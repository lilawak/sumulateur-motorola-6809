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0"/>
  </p:notesMasterIdLst>
  <p:sldIdLst>
    <p:sldId id="256" r:id="rId2"/>
    <p:sldId id="258" r:id="rId3"/>
    <p:sldId id="259" r:id="rId4"/>
    <p:sldId id="260" r:id="rId5"/>
    <p:sldId id="261" r:id="rId6"/>
    <p:sldId id="262" r:id="rId7"/>
    <p:sldId id="263" r:id="rId8"/>
    <p:sldId id="265" r:id="rId9"/>
  </p:sldIdLst>
  <p:sldSz cx="9144000" cy="5143500" type="screen16x9"/>
  <p:notesSz cx="7105650" cy="10236200"/>
  <p:embeddedFontLst>
    <p:embeddedFont>
      <p:font typeface="Cossette Texte" panose="020B0604020202020204" charset="0"/>
      <p:regular r:id="rId11"/>
      <p:bold r:id="rId12"/>
    </p:embeddedFont>
    <p:embeddedFont>
      <p:font typeface="Gentium Book Basic" panose="02000503060000020004" pitchFamily="2" charset="0"/>
      <p:regular r:id="rId13"/>
      <p:bold r:id="rId14"/>
      <p:italic r:id="rId15"/>
      <p:boldItalic r:id="rId16"/>
    </p:embeddedFont>
    <p:embeddedFont>
      <p:font typeface="Inter Tight" panose="020B0604020202020204" charset="0"/>
      <p:regular r:id="rId17"/>
      <p:bold r:id="rId18"/>
      <p:italic r:id="rId19"/>
      <p:boldItalic r:id="rId20"/>
    </p:embeddedFont>
    <p:embeddedFont>
      <p:font typeface="Inter Tight SemiBold" panose="020B0604020202020204" charset="0"/>
      <p:regular r:id="rId21"/>
      <p:bold r:id="rId22"/>
      <p:italic r:id="rId23"/>
      <p:boldItalic r:id="rId24"/>
    </p:embeddedFont>
    <p:embeddedFont>
      <p:font typeface="Nunito Light" pitchFamily="2" charset="0"/>
      <p:regular r:id="rId25"/>
      <p:italic r:id="rId26"/>
    </p:embeddedFont>
    <p:embeddedFont>
      <p:font typeface="Open Sans Light" panose="020B0306030504020204" pitchFamily="34" charset="0"/>
      <p:regular r:id="rId27"/>
      <p:italic r:id="rId28"/>
    </p:embeddedFont>
    <p:embeddedFont>
      <p:font typeface="Raleway"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06C481-7F23-408D-A1FA-51FE22A48BBE}">
  <a:tblStyle styleId="{C306C481-7F23-408D-A1FA-51FE22A48BB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8" y="1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font" Target="fonts/font22.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31"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42875" y="768350"/>
            <a:ext cx="6821488"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565" y="4862195"/>
            <a:ext cx="5684520" cy="4606290"/>
          </a:xfrm>
          <a:prstGeom prst="rect">
            <a:avLst/>
          </a:prstGeom>
          <a:noFill/>
          <a:ln>
            <a:noFill/>
          </a:ln>
        </p:spPr>
        <p:txBody>
          <a:bodyPr spcFirstLastPara="1" wrap="square" lIns="99077" tIns="99077" rIns="99077" bIns="99077"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4dfce81f19_0_45: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4dfce81f19_0_45: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a5739c895_0_1908: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aa5739c895_0_1908: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aa5739c895_0_3780: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aa5739c895_0_3780: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54dda1946d_6_308: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54dda1946d_6_308: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54dda1946d_6_322: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54dda1946d_6_322: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aa6e43c00d_0_0: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aa6e43c00d_0_0: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aa6e43c00d_1_931: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aa6e43c00d_1_931: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54dda1946d_4_2726:notes"/>
          <p:cNvSpPr>
            <a:spLocks noGrp="1" noRot="1" noChangeAspect="1"/>
          </p:cNvSpPr>
          <p:nvPr>
            <p:ph type="sldImg" idx="2"/>
          </p:nvPr>
        </p:nvSpPr>
        <p:spPr>
          <a:xfrm>
            <a:off x="141288" y="768350"/>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54dda1946d_4_2726:notes"/>
          <p:cNvSpPr txBox="1">
            <a:spLocks noGrp="1"/>
          </p:cNvSpPr>
          <p:nvPr>
            <p:ph type="body" idx="1"/>
          </p:nvPr>
        </p:nvSpPr>
        <p:spPr>
          <a:xfrm>
            <a:off x="710565" y="4862195"/>
            <a:ext cx="5684520" cy="4606290"/>
          </a:xfrm>
          <a:prstGeom prst="rect">
            <a:avLst/>
          </a:prstGeom>
        </p:spPr>
        <p:txBody>
          <a:bodyPr spcFirstLastPara="1" wrap="square" lIns="99077" tIns="99077" rIns="99077" bIns="99077"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4000" cy="5143502"/>
            <a:chOff x="0" y="0"/>
            <a:chExt cx="9144000" cy="5143502"/>
          </a:xfrm>
        </p:grpSpPr>
        <p:pic>
          <p:nvPicPr>
            <p:cNvPr id="10" name="Google Shape;10;p2"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11" name="Google Shape;11;p2" title="fondo-01.png"/>
            <p:cNvPicPr preferRelativeResize="0"/>
            <p:nvPr/>
          </p:nvPicPr>
          <p:blipFill rotWithShape="1">
            <a:blip r:embed="rId3">
              <a:alphaModFix amt="90000"/>
            </a:blip>
            <a:srcRect t="50708" b="16020"/>
            <a:stretch/>
          </p:blipFill>
          <p:spPr>
            <a:xfrm>
              <a:off x="0" y="3432150"/>
              <a:ext cx="9144000" cy="1711350"/>
            </a:xfrm>
            <a:prstGeom prst="rect">
              <a:avLst/>
            </a:prstGeom>
            <a:noFill/>
            <a:ln>
              <a:noFill/>
            </a:ln>
          </p:spPr>
        </p:pic>
      </p:grpSp>
      <p:sp>
        <p:nvSpPr>
          <p:cNvPr id="12" name="Google Shape;12;p2"/>
          <p:cNvSpPr txBox="1">
            <a:spLocks noGrp="1"/>
          </p:cNvSpPr>
          <p:nvPr>
            <p:ph type="ctrTitle"/>
          </p:nvPr>
        </p:nvSpPr>
        <p:spPr>
          <a:xfrm>
            <a:off x="228600" y="188068"/>
            <a:ext cx="4198500" cy="1207800"/>
          </a:xfrm>
          <a:prstGeom prst="rect">
            <a:avLst/>
          </a:prstGeom>
        </p:spPr>
        <p:txBody>
          <a:bodyPr spcFirstLastPara="1" wrap="square" lIns="91425" tIns="91425" rIns="91425" bIns="91425" anchor="t" anchorCtr="0">
            <a:noAutofit/>
          </a:bodyPr>
          <a:lstStyle>
            <a:lvl1pPr lvl="0">
              <a:spcBef>
                <a:spcPts val="0"/>
              </a:spcBef>
              <a:spcAft>
                <a:spcPts val="0"/>
              </a:spcAft>
              <a:buClr>
                <a:srgbClr val="191919"/>
              </a:buClr>
              <a:buSzPts val="5200"/>
              <a:buNone/>
              <a:defRPr sz="2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4640550" y="188068"/>
            <a:ext cx="1519200" cy="120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latin typeface="Inter Tight"/>
                <a:ea typeface="Inter Tight"/>
                <a:cs typeface="Inter Tight"/>
                <a:sym typeface="Inter Tigh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grpSp>
        <p:nvGrpSpPr>
          <p:cNvPr id="15" name="Google Shape;15;p3"/>
          <p:cNvGrpSpPr/>
          <p:nvPr/>
        </p:nvGrpSpPr>
        <p:grpSpPr>
          <a:xfrm>
            <a:off x="0" y="0"/>
            <a:ext cx="9144000" cy="5143502"/>
            <a:chOff x="0" y="0"/>
            <a:chExt cx="9144000" cy="5143502"/>
          </a:xfrm>
        </p:grpSpPr>
        <p:pic>
          <p:nvPicPr>
            <p:cNvPr id="16" name="Google Shape;16;p3"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17" name="Google Shape;17;p3" title="fondo-03.png"/>
            <p:cNvPicPr preferRelativeResize="0"/>
            <p:nvPr/>
          </p:nvPicPr>
          <p:blipFill rotWithShape="1">
            <a:blip r:embed="rId3">
              <a:alphaModFix/>
            </a:blip>
            <a:srcRect t="5294" b="53147"/>
            <a:stretch/>
          </p:blipFill>
          <p:spPr>
            <a:xfrm>
              <a:off x="0" y="0"/>
              <a:ext cx="9144000" cy="2137550"/>
            </a:xfrm>
            <a:prstGeom prst="rect">
              <a:avLst/>
            </a:prstGeom>
            <a:noFill/>
            <a:ln>
              <a:noFill/>
            </a:ln>
          </p:spPr>
        </p:pic>
      </p:grpSp>
      <p:sp>
        <p:nvSpPr>
          <p:cNvPr id="18" name="Google Shape;18;p3"/>
          <p:cNvSpPr txBox="1">
            <a:spLocks noGrp="1"/>
          </p:cNvSpPr>
          <p:nvPr>
            <p:ph type="title"/>
          </p:nvPr>
        </p:nvSpPr>
        <p:spPr>
          <a:xfrm>
            <a:off x="228600" y="3454300"/>
            <a:ext cx="3719700" cy="1511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2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title" idx="2" hasCustomPrompt="1"/>
          </p:nvPr>
        </p:nvSpPr>
        <p:spPr>
          <a:xfrm>
            <a:off x="4633700" y="2827425"/>
            <a:ext cx="1652100" cy="9159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25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pic>
        <p:nvPicPr>
          <p:cNvPr id="21" name="Google Shape;21;p4"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22" name="Google Shape;22;p4"/>
          <p:cNvSpPr txBox="1">
            <a:spLocks noGrp="1"/>
          </p:cNvSpPr>
          <p:nvPr>
            <p:ph type="title"/>
          </p:nvPr>
        </p:nvSpPr>
        <p:spPr>
          <a:xfrm>
            <a:off x="228600" y="208325"/>
            <a:ext cx="8686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23" name="Google Shape;23;p4"/>
          <p:cNvSpPr txBox="1">
            <a:spLocks noGrp="1"/>
          </p:cNvSpPr>
          <p:nvPr>
            <p:ph type="body" idx="1"/>
          </p:nvPr>
        </p:nvSpPr>
        <p:spPr>
          <a:xfrm>
            <a:off x="1476150" y="1498500"/>
            <a:ext cx="7439400" cy="3416400"/>
          </a:xfrm>
          <a:prstGeom prst="rect">
            <a:avLst/>
          </a:prstGeom>
        </p:spPr>
        <p:txBody>
          <a:bodyPr spcFirstLastPara="1" wrap="square" lIns="91425" tIns="91425" rIns="91425" bIns="91425" anchor="b" anchorCtr="0">
            <a:noAutofit/>
          </a:bodyPr>
          <a:lstStyle>
            <a:lvl1pPr marL="457200" lvl="0" indent="-304800" rtl="0">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grpSp>
        <p:nvGrpSpPr>
          <p:cNvPr id="25" name="Google Shape;25;p5"/>
          <p:cNvGrpSpPr/>
          <p:nvPr/>
        </p:nvGrpSpPr>
        <p:grpSpPr>
          <a:xfrm>
            <a:off x="0" y="0"/>
            <a:ext cx="9144000" cy="5143502"/>
            <a:chOff x="0" y="0"/>
            <a:chExt cx="9144000" cy="5143502"/>
          </a:xfrm>
        </p:grpSpPr>
        <p:pic>
          <p:nvPicPr>
            <p:cNvPr id="26" name="Google Shape;26;p5"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27" name="Google Shape;27;p5" title="fondo-4.png"/>
            <p:cNvPicPr preferRelativeResize="0"/>
            <p:nvPr/>
          </p:nvPicPr>
          <p:blipFill rotWithShape="1">
            <a:blip r:embed="rId3">
              <a:alphaModFix amt="90000"/>
            </a:blip>
            <a:srcRect t="11611" b="33979"/>
            <a:stretch/>
          </p:blipFill>
          <p:spPr>
            <a:xfrm>
              <a:off x="0" y="2344801"/>
              <a:ext cx="9144000" cy="2798701"/>
            </a:xfrm>
            <a:prstGeom prst="rect">
              <a:avLst/>
            </a:prstGeom>
            <a:noFill/>
            <a:ln>
              <a:noFill/>
            </a:ln>
          </p:spPr>
        </p:pic>
      </p:grpSp>
      <p:sp>
        <p:nvSpPr>
          <p:cNvPr id="28" name="Google Shape;28;p5"/>
          <p:cNvSpPr txBox="1">
            <a:spLocks noGrp="1"/>
          </p:cNvSpPr>
          <p:nvPr>
            <p:ph type="title"/>
          </p:nvPr>
        </p:nvSpPr>
        <p:spPr>
          <a:xfrm>
            <a:off x="228600" y="210312"/>
            <a:ext cx="6066300" cy="21345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9" name="Google Shape;29;p5"/>
          <p:cNvSpPr txBox="1">
            <a:spLocks noGrp="1"/>
          </p:cNvSpPr>
          <p:nvPr>
            <p:ph type="subTitle" idx="1"/>
          </p:nvPr>
        </p:nvSpPr>
        <p:spPr>
          <a:xfrm>
            <a:off x="2783467" y="2571741"/>
            <a:ext cx="2112300" cy="180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a:endParaRPr/>
          </a:p>
        </p:txBody>
      </p:sp>
      <p:sp>
        <p:nvSpPr>
          <p:cNvPr id="30" name="Google Shape;30;p5"/>
          <p:cNvSpPr txBox="1">
            <a:spLocks noGrp="1"/>
          </p:cNvSpPr>
          <p:nvPr>
            <p:ph type="subTitle" idx="2"/>
          </p:nvPr>
        </p:nvSpPr>
        <p:spPr>
          <a:xfrm>
            <a:off x="6511850" y="210305"/>
            <a:ext cx="2112300" cy="180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Font typeface="Raleway"/>
              <a:buNone/>
              <a:defRPr sz="1200"/>
            </a:lvl1pPr>
            <a:lvl2pPr lvl="1" algn="ctr">
              <a:lnSpc>
                <a:spcPct val="100000"/>
              </a:lnSpc>
              <a:spcBef>
                <a:spcPts val="0"/>
              </a:spcBef>
              <a:spcAft>
                <a:spcPts val="0"/>
              </a:spcAft>
              <a:buSzPts val="1200"/>
              <a:buFont typeface="Raleway"/>
              <a:buNone/>
              <a:defRPr>
                <a:latin typeface="Raleway"/>
                <a:ea typeface="Raleway"/>
                <a:cs typeface="Raleway"/>
                <a:sym typeface="Raleway"/>
              </a:defRPr>
            </a:lvl2pPr>
            <a:lvl3pPr lvl="2" algn="ctr">
              <a:lnSpc>
                <a:spcPct val="100000"/>
              </a:lnSpc>
              <a:spcBef>
                <a:spcPts val="0"/>
              </a:spcBef>
              <a:spcAft>
                <a:spcPts val="0"/>
              </a:spcAft>
              <a:buSzPts val="1200"/>
              <a:buFont typeface="Raleway"/>
              <a:buNone/>
              <a:defRPr>
                <a:latin typeface="Raleway"/>
                <a:ea typeface="Raleway"/>
                <a:cs typeface="Raleway"/>
                <a:sym typeface="Raleway"/>
              </a:defRPr>
            </a:lvl3pPr>
            <a:lvl4pPr lvl="3" algn="ctr">
              <a:lnSpc>
                <a:spcPct val="100000"/>
              </a:lnSpc>
              <a:spcBef>
                <a:spcPts val="0"/>
              </a:spcBef>
              <a:spcAft>
                <a:spcPts val="0"/>
              </a:spcAft>
              <a:buSzPts val="1200"/>
              <a:buFont typeface="Raleway"/>
              <a:buNone/>
              <a:defRPr>
                <a:latin typeface="Raleway"/>
                <a:ea typeface="Raleway"/>
                <a:cs typeface="Raleway"/>
                <a:sym typeface="Raleway"/>
              </a:defRPr>
            </a:lvl4pPr>
            <a:lvl5pPr lvl="4" algn="ctr">
              <a:lnSpc>
                <a:spcPct val="100000"/>
              </a:lnSpc>
              <a:spcBef>
                <a:spcPts val="0"/>
              </a:spcBef>
              <a:spcAft>
                <a:spcPts val="0"/>
              </a:spcAft>
              <a:buSzPts val="1200"/>
              <a:buFont typeface="Raleway"/>
              <a:buNone/>
              <a:defRPr>
                <a:latin typeface="Raleway"/>
                <a:ea typeface="Raleway"/>
                <a:cs typeface="Raleway"/>
                <a:sym typeface="Raleway"/>
              </a:defRPr>
            </a:lvl5pPr>
            <a:lvl6pPr lvl="5" algn="ctr">
              <a:lnSpc>
                <a:spcPct val="100000"/>
              </a:lnSpc>
              <a:spcBef>
                <a:spcPts val="0"/>
              </a:spcBef>
              <a:spcAft>
                <a:spcPts val="0"/>
              </a:spcAft>
              <a:buSzPts val="1200"/>
              <a:buFont typeface="Raleway"/>
              <a:buNone/>
              <a:defRPr>
                <a:latin typeface="Raleway"/>
                <a:ea typeface="Raleway"/>
                <a:cs typeface="Raleway"/>
                <a:sym typeface="Raleway"/>
              </a:defRPr>
            </a:lvl6pPr>
            <a:lvl7pPr lvl="6" algn="ctr">
              <a:lnSpc>
                <a:spcPct val="100000"/>
              </a:lnSpc>
              <a:spcBef>
                <a:spcPts val="0"/>
              </a:spcBef>
              <a:spcAft>
                <a:spcPts val="0"/>
              </a:spcAft>
              <a:buSzPts val="1200"/>
              <a:buFont typeface="Raleway"/>
              <a:buNone/>
              <a:defRPr>
                <a:latin typeface="Raleway"/>
                <a:ea typeface="Raleway"/>
                <a:cs typeface="Raleway"/>
                <a:sym typeface="Raleway"/>
              </a:defRPr>
            </a:lvl7pPr>
            <a:lvl8pPr lvl="7" algn="ctr">
              <a:lnSpc>
                <a:spcPct val="100000"/>
              </a:lnSpc>
              <a:spcBef>
                <a:spcPts val="0"/>
              </a:spcBef>
              <a:spcAft>
                <a:spcPts val="0"/>
              </a:spcAft>
              <a:buSzPts val="1200"/>
              <a:buFont typeface="Raleway"/>
              <a:buNone/>
              <a:defRPr>
                <a:latin typeface="Raleway"/>
                <a:ea typeface="Raleway"/>
                <a:cs typeface="Raleway"/>
                <a:sym typeface="Raleway"/>
              </a:defRPr>
            </a:lvl8pPr>
            <a:lvl9pPr lvl="8" algn="ctr">
              <a:lnSpc>
                <a:spcPct val="100000"/>
              </a:lnSpc>
              <a:spcBef>
                <a:spcPts val="0"/>
              </a:spcBef>
              <a:spcAft>
                <a:spcPts val="0"/>
              </a:spcAft>
              <a:buSzPts val="1200"/>
              <a:buFont typeface="Raleway"/>
              <a:buNone/>
              <a:defRPr>
                <a:latin typeface="Raleway"/>
                <a:ea typeface="Raleway"/>
                <a:cs typeface="Raleway"/>
                <a:sym typeface="Raleway"/>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pic>
        <p:nvPicPr>
          <p:cNvPr id="37" name="Google Shape;37;p7"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38" name="Google Shape;38;p7"/>
          <p:cNvSpPr txBox="1">
            <a:spLocks noGrp="1"/>
          </p:cNvSpPr>
          <p:nvPr>
            <p:ph type="title"/>
          </p:nvPr>
        </p:nvSpPr>
        <p:spPr>
          <a:xfrm>
            <a:off x="228600" y="2236425"/>
            <a:ext cx="37197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
        <p:nvSpPr>
          <p:cNvPr id="39" name="Google Shape;39;p7"/>
          <p:cNvSpPr txBox="1">
            <a:spLocks noGrp="1"/>
          </p:cNvSpPr>
          <p:nvPr>
            <p:ph type="subTitle" idx="1"/>
          </p:nvPr>
        </p:nvSpPr>
        <p:spPr>
          <a:xfrm>
            <a:off x="5195775" y="1400175"/>
            <a:ext cx="3719700" cy="23433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Font typeface="Open Sans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pic>
        <p:nvPicPr>
          <p:cNvPr id="41" name="Google Shape;41;p8"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42" name="Google Shape;42;p8"/>
          <p:cNvSpPr txBox="1">
            <a:spLocks noGrp="1"/>
          </p:cNvSpPr>
          <p:nvPr>
            <p:ph type="title"/>
          </p:nvPr>
        </p:nvSpPr>
        <p:spPr>
          <a:xfrm>
            <a:off x="228600" y="228600"/>
            <a:ext cx="5607000" cy="2343300"/>
          </a:xfrm>
          <a:prstGeom prst="rect">
            <a:avLst/>
          </a:prstGeom>
        </p:spPr>
        <p:txBody>
          <a:bodyPr spcFirstLastPara="1" wrap="square" lIns="91425" tIns="91425" rIns="91425" bIns="91425" anchor="t" anchorCtr="0">
            <a:noAutofit/>
          </a:bodyPr>
          <a:lstStyle>
            <a:lvl1pPr lvl="0">
              <a:spcBef>
                <a:spcPts val="0"/>
              </a:spcBef>
              <a:spcAft>
                <a:spcPts val="0"/>
              </a:spcAft>
              <a:buSzPts val="2500"/>
              <a:buNone/>
              <a:defRPr sz="25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pic>
        <p:nvPicPr>
          <p:cNvPr id="44" name="Google Shape;44;p9"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45" name="Google Shape;45;p9"/>
          <p:cNvSpPr txBox="1">
            <a:spLocks noGrp="1"/>
          </p:cNvSpPr>
          <p:nvPr>
            <p:ph type="title"/>
          </p:nvPr>
        </p:nvSpPr>
        <p:spPr>
          <a:xfrm>
            <a:off x="2135550" y="1441675"/>
            <a:ext cx="4872900" cy="1187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6000"/>
            </a:lvl1pPr>
            <a:lvl2pPr lvl="1" algn="ctr" rtl="0">
              <a:spcBef>
                <a:spcPts val="0"/>
              </a:spcBef>
              <a:spcAft>
                <a:spcPts val="0"/>
              </a:spcAft>
              <a:buSzPts val="1800"/>
              <a:buNone/>
              <a:defRPr/>
            </a:lvl2pPr>
            <a:lvl3pPr lvl="2" algn="ctr" rtl="0">
              <a:spcBef>
                <a:spcPts val="0"/>
              </a:spcBef>
              <a:spcAft>
                <a:spcPts val="0"/>
              </a:spcAft>
              <a:buSzPts val="1800"/>
              <a:buNone/>
              <a:defRPr/>
            </a:lvl3pPr>
            <a:lvl4pPr lvl="3" algn="ctr" rtl="0">
              <a:spcBef>
                <a:spcPts val="0"/>
              </a:spcBef>
              <a:spcAft>
                <a:spcPts val="0"/>
              </a:spcAft>
              <a:buSzPts val="1800"/>
              <a:buNone/>
              <a:defRPr/>
            </a:lvl4pPr>
            <a:lvl5pPr lvl="4" algn="ctr" rtl="0">
              <a:spcBef>
                <a:spcPts val="0"/>
              </a:spcBef>
              <a:spcAft>
                <a:spcPts val="0"/>
              </a:spcAft>
              <a:buSzPts val="1800"/>
              <a:buNone/>
              <a:defRPr/>
            </a:lvl5pPr>
            <a:lvl6pPr lvl="5" algn="ctr" rtl="0">
              <a:spcBef>
                <a:spcPts val="0"/>
              </a:spcBef>
              <a:spcAft>
                <a:spcPts val="0"/>
              </a:spcAft>
              <a:buSzPts val="1800"/>
              <a:buNone/>
              <a:defRPr/>
            </a:lvl6pPr>
            <a:lvl7pPr lvl="6" algn="ctr" rtl="0">
              <a:spcBef>
                <a:spcPts val="0"/>
              </a:spcBef>
              <a:spcAft>
                <a:spcPts val="0"/>
              </a:spcAft>
              <a:buSzPts val="1800"/>
              <a:buNone/>
              <a:defRPr/>
            </a:lvl7pPr>
            <a:lvl8pPr lvl="7" algn="ctr" rtl="0">
              <a:spcBef>
                <a:spcPts val="0"/>
              </a:spcBef>
              <a:spcAft>
                <a:spcPts val="0"/>
              </a:spcAft>
              <a:buSzPts val="1800"/>
              <a:buNone/>
              <a:defRPr/>
            </a:lvl8pPr>
            <a:lvl9pPr lvl="8" algn="ctr" rtl="0">
              <a:spcBef>
                <a:spcPts val="0"/>
              </a:spcBef>
              <a:spcAft>
                <a:spcPts val="0"/>
              </a:spcAft>
              <a:buSzPts val="1800"/>
              <a:buNone/>
              <a:defRPr/>
            </a:lvl9pPr>
          </a:lstStyle>
          <a:p>
            <a:endParaRPr/>
          </a:p>
        </p:txBody>
      </p:sp>
      <p:sp>
        <p:nvSpPr>
          <p:cNvPr id="46" name="Google Shape;46;p9"/>
          <p:cNvSpPr txBox="1">
            <a:spLocks noGrp="1"/>
          </p:cNvSpPr>
          <p:nvPr>
            <p:ph type="subTitle" idx="1"/>
          </p:nvPr>
        </p:nvSpPr>
        <p:spPr>
          <a:xfrm>
            <a:off x="2135550" y="278462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a:spLocks noGrp="1"/>
          </p:cNvSpPr>
          <p:nvPr>
            <p:ph type="pic" idx="2"/>
          </p:nvPr>
        </p:nvSpPr>
        <p:spPr>
          <a:xfrm>
            <a:off x="0" y="0"/>
            <a:ext cx="9144000" cy="5143500"/>
          </a:xfrm>
          <a:prstGeom prst="rect">
            <a:avLst/>
          </a:prstGeom>
          <a:noFill/>
          <a:ln>
            <a:noFill/>
          </a:ln>
        </p:spPr>
      </p:sp>
      <p:sp>
        <p:nvSpPr>
          <p:cNvPr id="49" name="Google Shape;49;p10"/>
          <p:cNvSpPr txBox="1">
            <a:spLocks noGrp="1"/>
          </p:cNvSpPr>
          <p:nvPr>
            <p:ph type="title"/>
          </p:nvPr>
        </p:nvSpPr>
        <p:spPr>
          <a:xfrm>
            <a:off x="228600" y="4342200"/>
            <a:ext cx="3727200" cy="572700"/>
          </a:xfrm>
          <a:prstGeom prst="rect">
            <a:avLst/>
          </a:prstGeom>
          <a:solidFill>
            <a:schemeClr val="lt1"/>
          </a:solidFill>
        </p:spPr>
        <p:txBody>
          <a:bodyPr spcFirstLastPara="1" wrap="square" lIns="91425" tIns="91425" rIns="91425" bIns="91425" anchor="b" anchorCtr="0">
            <a:noAutofit/>
          </a:bodyPr>
          <a:lstStyle>
            <a:lvl1pPr lvl="0" rtl="0">
              <a:spcBef>
                <a:spcPts val="0"/>
              </a:spcBef>
              <a:spcAft>
                <a:spcPts val="0"/>
              </a:spcAft>
              <a:buSzPts val="1800"/>
              <a:buNone/>
              <a:defRPr/>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grpSp>
        <p:nvGrpSpPr>
          <p:cNvPr id="51" name="Google Shape;51;p11"/>
          <p:cNvGrpSpPr/>
          <p:nvPr/>
        </p:nvGrpSpPr>
        <p:grpSpPr>
          <a:xfrm>
            <a:off x="0" y="0"/>
            <a:ext cx="9144000" cy="5143502"/>
            <a:chOff x="0" y="0"/>
            <a:chExt cx="9144000" cy="5143502"/>
          </a:xfrm>
        </p:grpSpPr>
        <p:pic>
          <p:nvPicPr>
            <p:cNvPr id="52" name="Google Shape;52;p11"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53" name="Google Shape;53;p11" title="fondo-5.png"/>
            <p:cNvPicPr preferRelativeResize="0"/>
            <p:nvPr/>
          </p:nvPicPr>
          <p:blipFill rotWithShape="1">
            <a:blip r:embed="rId3">
              <a:alphaModFix amt="90000"/>
            </a:blip>
            <a:srcRect l="10559" r="56077"/>
            <a:stretch/>
          </p:blipFill>
          <p:spPr>
            <a:xfrm>
              <a:off x="0" y="0"/>
              <a:ext cx="3050752" cy="5143500"/>
            </a:xfrm>
            <a:prstGeom prst="rect">
              <a:avLst/>
            </a:prstGeom>
            <a:noFill/>
            <a:ln>
              <a:noFill/>
            </a:ln>
          </p:spPr>
        </p:pic>
      </p:grpSp>
      <p:sp>
        <p:nvSpPr>
          <p:cNvPr id="54" name="Google Shape;54;p11"/>
          <p:cNvSpPr txBox="1">
            <a:spLocks noGrp="1"/>
          </p:cNvSpPr>
          <p:nvPr>
            <p:ph type="title" hasCustomPrompt="1"/>
          </p:nvPr>
        </p:nvSpPr>
        <p:spPr>
          <a:xfrm>
            <a:off x="5195775" y="1400175"/>
            <a:ext cx="3719700" cy="11715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4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 name="Google Shape;55;p11"/>
          <p:cNvSpPr txBox="1">
            <a:spLocks noGrp="1"/>
          </p:cNvSpPr>
          <p:nvPr>
            <p:ph type="subTitle" idx="1"/>
          </p:nvPr>
        </p:nvSpPr>
        <p:spPr>
          <a:xfrm>
            <a:off x="3955900" y="2557175"/>
            <a:ext cx="1619100" cy="1171500"/>
          </a:xfrm>
          <a:prstGeom prst="rect">
            <a:avLst/>
          </a:prstGeom>
        </p:spPr>
        <p:txBody>
          <a:bodyPr spcFirstLastPara="1" wrap="square" lIns="91425" tIns="91425" rIns="91425" bIns="91425" anchor="b" anchorCtr="0">
            <a:noAutofit/>
          </a:bodyPr>
          <a:lstStyle>
            <a:lvl1pPr lvl="0" rtl="0">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CUSTOM_31_1">
    <p:spTree>
      <p:nvGrpSpPr>
        <p:cNvPr id="1" name="Shape 57"/>
        <p:cNvGrpSpPr/>
        <p:nvPr/>
      </p:nvGrpSpPr>
      <p:grpSpPr>
        <a:xfrm>
          <a:off x="0" y="0"/>
          <a:ext cx="0" cy="0"/>
          <a:chOff x="0" y="0"/>
          <a:chExt cx="0" cy="0"/>
        </a:xfrm>
      </p:grpSpPr>
      <p:pic>
        <p:nvPicPr>
          <p:cNvPr id="58" name="Google Shape;58;p13"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59" name="Google Shape;59;p13"/>
          <p:cNvSpPr txBox="1">
            <a:spLocks noGrp="1"/>
          </p:cNvSpPr>
          <p:nvPr>
            <p:ph type="subTitle" idx="1"/>
          </p:nvPr>
        </p:nvSpPr>
        <p:spPr>
          <a:xfrm>
            <a:off x="1431600" y="1436425"/>
            <a:ext cx="7483800" cy="384300"/>
          </a:xfrm>
          <a:prstGeom prst="rect">
            <a:avLst/>
          </a:prstGeom>
          <a:ln>
            <a:noFill/>
          </a:ln>
        </p:spPr>
        <p:txBody>
          <a:bodyPr spcFirstLastPara="1" wrap="square" lIns="91425" tIns="91425" rIns="91425" bIns="91425" anchor="ctr" anchorCtr="0">
            <a:noAutofit/>
          </a:bodyPr>
          <a:lstStyle>
            <a:lvl1pPr lvl="0" algn="r">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r">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0" name="Google Shape;60;p13"/>
          <p:cNvSpPr txBox="1">
            <a:spLocks noGrp="1"/>
          </p:cNvSpPr>
          <p:nvPr>
            <p:ph type="title"/>
          </p:nvPr>
        </p:nvSpPr>
        <p:spPr>
          <a:xfrm>
            <a:off x="228600" y="210300"/>
            <a:ext cx="8686800" cy="576000"/>
          </a:xfrm>
          <a:prstGeom prst="rect">
            <a:avLst/>
          </a:prstGeom>
        </p:spPr>
        <p:txBody>
          <a:bodyPr spcFirstLastPara="1" wrap="square" lIns="91425" tIns="91425" rIns="91425" bIns="91425" anchor="t"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61" name="Google Shape;61;p13"/>
          <p:cNvSpPr txBox="1">
            <a:spLocks noGrp="1"/>
          </p:cNvSpPr>
          <p:nvPr>
            <p:ph type="subTitle" idx="2"/>
          </p:nvPr>
        </p:nvSpPr>
        <p:spPr>
          <a:xfrm>
            <a:off x="1431600" y="1878494"/>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2" name="Google Shape;62;p13"/>
          <p:cNvSpPr txBox="1">
            <a:spLocks noGrp="1"/>
          </p:cNvSpPr>
          <p:nvPr>
            <p:ph type="subTitle" idx="3"/>
          </p:nvPr>
        </p:nvSpPr>
        <p:spPr>
          <a:xfrm>
            <a:off x="1431600" y="2762631"/>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3" name="Google Shape;63;p13"/>
          <p:cNvSpPr txBox="1">
            <a:spLocks noGrp="1"/>
          </p:cNvSpPr>
          <p:nvPr>
            <p:ph type="subTitle" idx="4"/>
          </p:nvPr>
        </p:nvSpPr>
        <p:spPr>
          <a:xfrm>
            <a:off x="1431600" y="4088838"/>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4" name="Google Shape;64;p13"/>
          <p:cNvSpPr txBox="1">
            <a:spLocks noGrp="1"/>
          </p:cNvSpPr>
          <p:nvPr>
            <p:ph type="subTitle" idx="5"/>
          </p:nvPr>
        </p:nvSpPr>
        <p:spPr>
          <a:xfrm>
            <a:off x="1431600" y="3646769"/>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5" name="Google Shape;65;p13"/>
          <p:cNvSpPr txBox="1">
            <a:spLocks noGrp="1"/>
          </p:cNvSpPr>
          <p:nvPr>
            <p:ph type="subTitle" idx="6"/>
          </p:nvPr>
        </p:nvSpPr>
        <p:spPr>
          <a:xfrm>
            <a:off x="1431600" y="2320563"/>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6" name="Google Shape;66;p13"/>
          <p:cNvSpPr txBox="1">
            <a:spLocks noGrp="1"/>
          </p:cNvSpPr>
          <p:nvPr>
            <p:ph type="subTitle" idx="7"/>
          </p:nvPr>
        </p:nvSpPr>
        <p:spPr>
          <a:xfrm>
            <a:off x="1431600" y="3204700"/>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67" name="Google Shape;67;p13"/>
          <p:cNvSpPr txBox="1">
            <a:spLocks noGrp="1"/>
          </p:cNvSpPr>
          <p:nvPr>
            <p:ph type="title" idx="8" hasCustomPrompt="1"/>
          </p:nvPr>
        </p:nvSpPr>
        <p:spPr>
          <a:xfrm>
            <a:off x="228600" y="1436450"/>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68" name="Google Shape;68;p13"/>
          <p:cNvSpPr txBox="1">
            <a:spLocks noGrp="1"/>
          </p:cNvSpPr>
          <p:nvPr>
            <p:ph type="title" idx="9" hasCustomPrompt="1"/>
          </p:nvPr>
        </p:nvSpPr>
        <p:spPr>
          <a:xfrm>
            <a:off x="228600" y="1878504"/>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69" name="Google Shape;69;p13"/>
          <p:cNvSpPr txBox="1">
            <a:spLocks noGrp="1"/>
          </p:cNvSpPr>
          <p:nvPr>
            <p:ph type="title" idx="13" hasCustomPrompt="1"/>
          </p:nvPr>
        </p:nvSpPr>
        <p:spPr>
          <a:xfrm>
            <a:off x="228600" y="2320557"/>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70" name="Google Shape;70;p13"/>
          <p:cNvSpPr txBox="1">
            <a:spLocks noGrp="1"/>
          </p:cNvSpPr>
          <p:nvPr>
            <p:ph type="title" idx="14" hasCustomPrompt="1"/>
          </p:nvPr>
        </p:nvSpPr>
        <p:spPr>
          <a:xfrm>
            <a:off x="228600" y="2762611"/>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71" name="Google Shape;71;p13"/>
          <p:cNvSpPr txBox="1">
            <a:spLocks noGrp="1"/>
          </p:cNvSpPr>
          <p:nvPr>
            <p:ph type="title" idx="15" hasCustomPrompt="1"/>
          </p:nvPr>
        </p:nvSpPr>
        <p:spPr>
          <a:xfrm>
            <a:off x="228600" y="3204665"/>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72" name="Google Shape;72;p13"/>
          <p:cNvSpPr txBox="1">
            <a:spLocks noGrp="1"/>
          </p:cNvSpPr>
          <p:nvPr>
            <p:ph type="title" idx="16" hasCustomPrompt="1"/>
          </p:nvPr>
        </p:nvSpPr>
        <p:spPr>
          <a:xfrm>
            <a:off x="228600" y="3646719"/>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73" name="Google Shape;73;p13"/>
          <p:cNvSpPr txBox="1">
            <a:spLocks noGrp="1"/>
          </p:cNvSpPr>
          <p:nvPr>
            <p:ph type="title" idx="17" hasCustomPrompt="1"/>
          </p:nvPr>
        </p:nvSpPr>
        <p:spPr>
          <a:xfrm>
            <a:off x="228600" y="4088772"/>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
        <p:nvSpPr>
          <p:cNvPr id="74" name="Google Shape;74;p13"/>
          <p:cNvSpPr txBox="1">
            <a:spLocks noGrp="1"/>
          </p:cNvSpPr>
          <p:nvPr>
            <p:ph type="subTitle" idx="18"/>
          </p:nvPr>
        </p:nvSpPr>
        <p:spPr>
          <a:xfrm>
            <a:off x="1431600" y="4530907"/>
            <a:ext cx="7483800" cy="384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Font typeface="Inter Tight SemiBold"/>
              <a:buNone/>
              <a:defRPr>
                <a:solidFill>
                  <a:schemeClr val="dk2"/>
                </a:solidFill>
                <a:latin typeface="Inter Tight SemiBold"/>
                <a:ea typeface="Inter Tight SemiBold"/>
                <a:cs typeface="Inter Tight SemiBold"/>
                <a:sym typeface="Inter Tight SemiBold"/>
              </a:defRPr>
            </a:lvl1pPr>
            <a:lvl2pPr lvl="1"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2pPr>
            <a:lvl3pPr lvl="2"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3pPr>
            <a:lvl4pPr lvl="3"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4pPr>
            <a:lvl5pPr lvl="4"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5pPr>
            <a:lvl6pPr lvl="5"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6pPr>
            <a:lvl7pPr lvl="6"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7pPr>
            <a:lvl8pPr lvl="7"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8pPr>
            <a:lvl9pPr lvl="8" algn="ctr">
              <a:lnSpc>
                <a:spcPct val="100000"/>
              </a:lnSpc>
              <a:spcBef>
                <a:spcPts val="0"/>
              </a:spcBef>
              <a:spcAft>
                <a:spcPts val="0"/>
              </a:spcAft>
              <a:buSzPts val="2800"/>
              <a:buFont typeface="Inter Tight SemiBold"/>
              <a:buNone/>
              <a:defRPr sz="2800">
                <a:latin typeface="Inter Tight SemiBold"/>
                <a:ea typeface="Inter Tight SemiBold"/>
                <a:cs typeface="Inter Tight SemiBold"/>
                <a:sym typeface="Inter Tight SemiBold"/>
              </a:defRPr>
            </a:lvl9pPr>
          </a:lstStyle>
          <a:p>
            <a:endParaRPr/>
          </a:p>
        </p:txBody>
      </p:sp>
      <p:sp>
        <p:nvSpPr>
          <p:cNvPr id="75" name="Google Shape;75;p13"/>
          <p:cNvSpPr txBox="1">
            <a:spLocks noGrp="1"/>
          </p:cNvSpPr>
          <p:nvPr>
            <p:ph type="title" idx="19" hasCustomPrompt="1"/>
          </p:nvPr>
        </p:nvSpPr>
        <p:spPr>
          <a:xfrm>
            <a:off x="228600" y="4530826"/>
            <a:ext cx="727800" cy="384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2800"/>
              <a:buNone/>
              <a:defRPr sz="14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19_1_1_1_1">
    <p:spTree>
      <p:nvGrpSpPr>
        <p:cNvPr id="1" name="Shape 76"/>
        <p:cNvGrpSpPr/>
        <p:nvPr/>
      </p:nvGrpSpPr>
      <p:grpSpPr>
        <a:xfrm>
          <a:off x="0" y="0"/>
          <a:ext cx="0" cy="0"/>
          <a:chOff x="0" y="0"/>
          <a:chExt cx="0" cy="0"/>
        </a:xfrm>
      </p:grpSpPr>
      <p:grpSp>
        <p:nvGrpSpPr>
          <p:cNvPr id="77" name="Google Shape;77;p14"/>
          <p:cNvGrpSpPr/>
          <p:nvPr/>
        </p:nvGrpSpPr>
        <p:grpSpPr>
          <a:xfrm>
            <a:off x="0" y="0"/>
            <a:ext cx="9144002" cy="5143502"/>
            <a:chOff x="0" y="0"/>
            <a:chExt cx="9144002" cy="5143502"/>
          </a:xfrm>
        </p:grpSpPr>
        <p:pic>
          <p:nvPicPr>
            <p:cNvPr id="78" name="Google Shape;78;p14"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79" name="Google Shape;79;p14" title="fondo-02.png"/>
            <p:cNvPicPr preferRelativeResize="0"/>
            <p:nvPr/>
          </p:nvPicPr>
          <p:blipFill rotWithShape="1">
            <a:blip r:embed="rId3">
              <a:alphaModFix amt="90000"/>
            </a:blip>
            <a:srcRect l="69713" r="7853"/>
            <a:stretch/>
          </p:blipFill>
          <p:spPr>
            <a:xfrm>
              <a:off x="7092726" y="0"/>
              <a:ext cx="2051276" cy="5143500"/>
            </a:xfrm>
            <a:prstGeom prst="rect">
              <a:avLst/>
            </a:prstGeom>
            <a:noFill/>
            <a:ln>
              <a:noFill/>
            </a:ln>
          </p:spPr>
        </p:pic>
      </p:grpSp>
      <p:sp>
        <p:nvSpPr>
          <p:cNvPr id="80" name="Google Shape;80;p14"/>
          <p:cNvSpPr txBox="1">
            <a:spLocks noGrp="1"/>
          </p:cNvSpPr>
          <p:nvPr>
            <p:ph type="title"/>
          </p:nvPr>
        </p:nvSpPr>
        <p:spPr>
          <a:xfrm>
            <a:off x="228600" y="3773736"/>
            <a:ext cx="3719700" cy="11715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81" name="Google Shape;81;p14"/>
          <p:cNvSpPr txBox="1">
            <a:spLocks noGrp="1"/>
          </p:cNvSpPr>
          <p:nvPr>
            <p:ph type="subTitle" idx="1"/>
          </p:nvPr>
        </p:nvSpPr>
        <p:spPr>
          <a:xfrm>
            <a:off x="228600" y="262875"/>
            <a:ext cx="6800100" cy="2274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sz="1200"/>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ONE_COLUMN_TEXT_1">
    <p:spTree>
      <p:nvGrpSpPr>
        <p:cNvPr id="1" name="Shape 82"/>
        <p:cNvGrpSpPr/>
        <p:nvPr/>
      </p:nvGrpSpPr>
      <p:grpSpPr>
        <a:xfrm>
          <a:off x="0" y="0"/>
          <a:ext cx="0" cy="0"/>
          <a:chOff x="0" y="0"/>
          <a:chExt cx="0" cy="0"/>
        </a:xfrm>
      </p:grpSpPr>
      <p:pic>
        <p:nvPicPr>
          <p:cNvPr id="83" name="Google Shape;83;p15"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84" name="Google Shape;84;p15"/>
          <p:cNvSpPr txBox="1">
            <a:spLocks noGrp="1"/>
          </p:cNvSpPr>
          <p:nvPr>
            <p:ph type="title"/>
          </p:nvPr>
        </p:nvSpPr>
        <p:spPr>
          <a:xfrm>
            <a:off x="228600" y="3776472"/>
            <a:ext cx="3719700" cy="11715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85" name="Google Shape;85;p15"/>
          <p:cNvSpPr txBox="1">
            <a:spLocks noGrp="1"/>
          </p:cNvSpPr>
          <p:nvPr>
            <p:ph type="subTitle" idx="1"/>
          </p:nvPr>
        </p:nvSpPr>
        <p:spPr>
          <a:xfrm>
            <a:off x="4572000" y="2580409"/>
            <a:ext cx="4343400" cy="2343300"/>
          </a:xfrm>
          <a:prstGeom prst="rect">
            <a:avLst/>
          </a:prstGeom>
        </p:spPr>
        <p:txBody>
          <a:bodyPr spcFirstLastPara="1" wrap="square" lIns="91425" tIns="91425" rIns="91425" bIns="91425" anchor="b" anchorCtr="0">
            <a:noAutofit/>
          </a:bodyPr>
          <a:lstStyle>
            <a:lvl1pPr lvl="0">
              <a:spcBef>
                <a:spcPts val="0"/>
              </a:spcBef>
              <a:spcAft>
                <a:spcPts val="0"/>
              </a:spcAft>
              <a:buSzPts val="1600"/>
              <a:buFont typeface="Open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86" name="Google Shape;86;p15"/>
          <p:cNvSpPr>
            <a:spLocks noGrp="1"/>
          </p:cNvSpPr>
          <p:nvPr>
            <p:ph type="pic" idx="2"/>
          </p:nvPr>
        </p:nvSpPr>
        <p:spPr>
          <a:xfrm>
            <a:off x="1476150" y="342900"/>
            <a:ext cx="1856100" cy="27576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16_1_1">
    <p:spTree>
      <p:nvGrpSpPr>
        <p:cNvPr id="1" name="Shape 87"/>
        <p:cNvGrpSpPr/>
        <p:nvPr/>
      </p:nvGrpSpPr>
      <p:grpSpPr>
        <a:xfrm>
          <a:off x="0" y="0"/>
          <a:ext cx="0" cy="0"/>
          <a:chOff x="0" y="0"/>
          <a:chExt cx="0" cy="0"/>
        </a:xfrm>
      </p:grpSpPr>
      <p:pic>
        <p:nvPicPr>
          <p:cNvPr id="88" name="Google Shape;88;p16" title="fondo-01.jpg"/>
          <p:cNvPicPr preferRelativeResize="0"/>
          <p:nvPr/>
        </p:nvPicPr>
        <p:blipFill rotWithShape="1">
          <a:blip r:embed="rId2">
            <a:alphaModFix/>
          </a:blip>
          <a:srcRect/>
          <a:stretch/>
        </p:blipFill>
        <p:spPr>
          <a:xfrm>
            <a:off x="0" y="0"/>
            <a:ext cx="9144000" cy="5143502"/>
          </a:xfrm>
          <a:prstGeom prst="rect">
            <a:avLst/>
          </a:prstGeom>
          <a:noFill/>
          <a:ln>
            <a:noFill/>
          </a:ln>
        </p:spPr>
      </p:pic>
      <p:sp>
        <p:nvSpPr>
          <p:cNvPr id="89" name="Google Shape;89;p16"/>
          <p:cNvSpPr txBox="1">
            <a:spLocks noGrp="1"/>
          </p:cNvSpPr>
          <p:nvPr>
            <p:ph type="title"/>
          </p:nvPr>
        </p:nvSpPr>
        <p:spPr>
          <a:xfrm>
            <a:off x="228450" y="3777629"/>
            <a:ext cx="3212100" cy="1172400"/>
          </a:xfrm>
          <a:prstGeom prst="rect">
            <a:avLst/>
          </a:prstGeom>
        </p:spPr>
        <p:txBody>
          <a:bodyPr spcFirstLastPara="1" wrap="square" lIns="91425" tIns="91425" rIns="91425" bIns="91425" anchor="b" anchorCtr="0">
            <a:no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90" name="Google Shape;90;p16"/>
          <p:cNvSpPr txBox="1">
            <a:spLocks noGrp="1"/>
          </p:cNvSpPr>
          <p:nvPr>
            <p:ph type="subTitle" idx="1"/>
          </p:nvPr>
        </p:nvSpPr>
        <p:spPr>
          <a:xfrm>
            <a:off x="3330100" y="579025"/>
            <a:ext cx="2487600" cy="234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1" name="Google Shape;91;p16"/>
          <p:cNvSpPr txBox="1">
            <a:spLocks noGrp="1"/>
          </p:cNvSpPr>
          <p:nvPr>
            <p:ph type="subTitle" idx="2"/>
          </p:nvPr>
        </p:nvSpPr>
        <p:spPr>
          <a:xfrm>
            <a:off x="228450" y="579025"/>
            <a:ext cx="2487600" cy="234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2" name="Google Shape;92;p16"/>
          <p:cNvSpPr txBox="1">
            <a:spLocks noGrp="1"/>
          </p:cNvSpPr>
          <p:nvPr>
            <p:ph type="subTitle" idx="3"/>
          </p:nvPr>
        </p:nvSpPr>
        <p:spPr>
          <a:xfrm>
            <a:off x="6431750" y="579025"/>
            <a:ext cx="2487600" cy="2347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3" name="Google Shape;93;p16"/>
          <p:cNvSpPr txBox="1">
            <a:spLocks noGrp="1"/>
          </p:cNvSpPr>
          <p:nvPr>
            <p:ph type="title" idx="4" hasCustomPrompt="1"/>
          </p:nvPr>
        </p:nvSpPr>
        <p:spPr>
          <a:xfrm>
            <a:off x="4568110" y="228625"/>
            <a:ext cx="1243800" cy="350400"/>
          </a:xfrm>
          <a:prstGeom prst="rect">
            <a:avLst/>
          </a:prstGeom>
          <a:noFill/>
        </p:spPr>
        <p:txBody>
          <a:bodyPr spcFirstLastPara="1" wrap="square" lIns="91425" tIns="91425" rIns="91425" bIns="91425" anchor="b" anchorCtr="0">
            <a:noAutofit/>
          </a:bodyPr>
          <a:lstStyle>
            <a:lvl1pPr lvl="0">
              <a:spcBef>
                <a:spcPts val="0"/>
              </a:spcBef>
              <a:spcAft>
                <a:spcPts val="0"/>
              </a:spcAft>
              <a:buSzPts val="3000"/>
              <a:buNone/>
              <a:defRPr sz="1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4" name="Google Shape;94;p16"/>
          <p:cNvSpPr txBox="1">
            <a:spLocks noGrp="1"/>
          </p:cNvSpPr>
          <p:nvPr>
            <p:ph type="title" idx="5" hasCustomPrompt="1"/>
          </p:nvPr>
        </p:nvSpPr>
        <p:spPr>
          <a:xfrm>
            <a:off x="1472250" y="228775"/>
            <a:ext cx="1243800" cy="350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14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5" name="Google Shape;95;p16"/>
          <p:cNvSpPr txBox="1">
            <a:spLocks noGrp="1"/>
          </p:cNvSpPr>
          <p:nvPr>
            <p:ph type="title" idx="6" hasCustomPrompt="1"/>
          </p:nvPr>
        </p:nvSpPr>
        <p:spPr>
          <a:xfrm>
            <a:off x="7675549" y="228625"/>
            <a:ext cx="1243800" cy="3504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14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26"/>
        <p:cNvGrpSpPr/>
        <p:nvPr/>
      </p:nvGrpSpPr>
      <p:grpSpPr>
        <a:xfrm>
          <a:off x="0" y="0"/>
          <a:ext cx="0" cy="0"/>
          <a:chOff x="0" y="0"/>
          <a:chExt cx="0" cy="0"/>
        </a:xfrm>
      </p:grpSpPr>
      <p:grpSp>
        <p:nvGrpSpPr>
          <p:cNvPr id="127" name="Google Shape;127;p21"/>
          <p:cNvGrpSpPr/>
          <p:nvPr/>
        </p:nvGrpSpPr>
        <p:grpSpPr>
          <a:xfrm>
            <a:off x="0" y="0"/>
            <a:ext cx="9144000" cy="5143502"/>
            <a:chOff x="0" y="0"/>
            <a:chExt cx="9144000" cy="5143502"/>
          </a:xfrm>
        </p:grpSpPr>
        <p:pic>
          <p:nvPicPr>
            <p:cNvPr id="128" name="Google Shape;128;p21"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129" name="Google Shape;129;p21" title="fondo-5.png"/>
            <p:cNvPicPr preferRelativeResize="0"/>
            <p:nvPr/>
          </p:nvPicPr>
          <p:blipFill rotWithShape="1">
            <a:blip r:embed="rId3">
              <a:alphaModFix amt="90000"/>
            </a:blip>
            <a:srcRect r="51342"/>
            <a:stretch/>
          </p:blipFill>
          <p:spPr>
            <a:xfrm flipH="1">
              <a:off x="3456475" y="0"/>
              <a:ext cx="4449300" cy="514350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30"/>
        <p:cNvGrpSpPr/>
        <p:nvPr/>
      </p:nvGrpSpPr>
      <p:grpSpPr>
        <a:xfrm>
          <a:off x="0" y="0"/>
          <a:ext cx="0" cy="0"/>
          <a:chOff x="0" y="0"/>
          <a:chExt cx="0" cy="0"/>
        </a:xfrm>
      </p:grpSpPr>
      <p:grpSp>
        <p:nvGrpSpPr>
          <p:cNvPr id="131" name="Google Shape;131;p22"/>
          <p:cNvGrpSpPr/>
          <p:nvPr/>
        </p:nvGrpSpPr>
        <p:grpSpPr>
          <a:xfrm>
            <a:off x="0" y="0"/>
            <a:ext cx="9144000" cy="5143502"/>
            <a:chOff x="0" y="0"/>
            <a:chExt cx="9144000" cy="5143502"/>
          </a:xfrm>
        </p:grpSpPr>
        <p:pic>
          <p:nvPicPr>
            <p:cNvPr id="132" name="Google Shape;132;p22" title="fondo-01.jpg"/>
            <p:cNvPicPr preferRelativeResize="0"/>
            <p:nvPr/>
          </p:nvPicPr>
          <p:blipFill rotWithShape="1">
            <a:blip r:embed="rId2">
              <a:alphaModFix/>
            </a:blip>
            <a:srcRect/>
            <a:stretch/>
          </p:blipFill>
          <p:spPr>
            <a:xfrm>
              <a:off x="0" y="0"/>
              <a:ext cx="9144000" cy="5143502"/>
            </a:xfrm>
            <a:prstGeom prst="rect">
              <a:avLst/>
            </a:prstGeom>
            <a:noFill/>
            <a:ln>
              <a:noFill/>
            </a:ln>
          </p:spPr>
        </p:pic>
        <p:pic>
          <p:nvPicPr>
            <p:cNvPr id="133" name="Google Shape;133;p22" title="fondo-01.png"/>
            <p:cNvPicPr preferRelativeResize="0"/>
            <p:nvPr/>
          </p:nvPicPr>
          <p:blipFill rotWithShape="1">
            <a:blip r:embed="rId3">
              <a:alphaModFix amt="90000"/>
            </a:blip>
            <a:srcRect t="41667"/>
            <a:stretch/>
          </p:blipFill>
          <p:spPr>
            <a:xfrm rot="10800000" flipH="1">
              <a:off x="0" y="802825"/>
              <a:ext cx="9144000" cy="3000326"/>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208325"/>
            <a:ext cx="8686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1pPr>
            <a:lvl2pPr lvl="1"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2pPr>
            <a:lvl3pPr lvl="2"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3pPr>
            <a:lvl4pPr lvl="3"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4pPr>
            <a:lvl5pPr lvl="4"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5pPr>
            <a:lvl6pPr lvl="5"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6pPr>
            <a:lvl7pPr lvl="6"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7pPr>
            <a:lvl8pPr lvl="7"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8pPr>
            <a:lvl9pPr lvl="8" rtl="0">
              <a:spcBef>
                <a:spcPts val="0"/>
              </a:spcBef>
              <a:spcAft>
                <a:spcPts val="0"/>
              </a:spcAft>
              <a:buClr>
                <a:schemeClr val="dk1"/>
              </a:buClr>
              <a:buSzPts val="1800"/>
              <a:buFont typeface="Cossette Texte"/>
              <a:buNone/>
              <a:defRPr sz="1800">
                <a:solidFill>
                  <a:schemeClr val="dk1"/>
                </a:solidFill>
                <a:latin typeface="Cossette Texte"/>
                <a:ea typeface="Cossette Texte"/>
                <a:cs typeface="Cossette Texte"/>
                <a:sym typeface="Cossette Texte"/>
              </a:defRPr>
            </a:lvl9pPr>
          </a:lstStyle>
          <a:p>
            <a:endParaRPr/>
          </a:p>
        </p:txBody>
      </p:sp>
      <p:sp>
        <p:nvSpPr>
          <p:cNvPr id="7" name="Google Shape;7;p1"/>
          <p:cNvSpPr txBox="1">
            <a:spLocks noGrp="1"/>
          </p:cNvSpPr>
          <p:nvPr>
            <p:ph type="body" idx="1"/>
          </p:nvPr>
        </p:nvSpPr>
        <p:spPr>
          <a:xfrm>
            <a:off x="228600" y="936050"/>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1pPr>
            <a:lvl2pPr marL="914400" lvl="1"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2pPr>
            <a:lvl3pPr marL="1371600" lvl="2"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3pPr>
            <a:lvl4pPr marL="1828800" lvl="3"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4pPr>
            <a:lvl5pPr marL="2286000" lvl="4"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5pPr>
            <a:lvl6pPr marL="2743200" lvl="5"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6pPr>
            <a:lvl7pPr marL="3200400" lvl="6"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7pPr>
            <a:lvl8pPr marL="3657600" lvl="7"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8pPr>
            <a:lvl9pPr marL="4114800" lvl="8" indent="-304800">
              <a:lnSpc>
                <a:spcPct val="100000"/>
              </a:lnSpc>
              <a:spcBef>
                <a:spcPts val="0"/>
              </a:spcBef>
              <a:spcAft>
                <a:spcPts val="0"/>
              </a:spcAft>
              <a:buClr>
                <a:schemeClr val="dk1"/>
              </a:buClr>
              <a:buSzPts val="1200"/>
              <a:buFont typeface="Inter Tight"/>
              <a:buChar char="■"/>
              <a:defRPr sz="1200">
                <a:solidFill>
                  <a:schemeClr val="dk1"/>
                </a:solidFill>
                <a:latin typeface="Inter Tight"/>
                <a:ea typeface="Inter Tight"/>
                <a:cs typeface="Inter Tight"/>
                <a:sym typeface="Inter T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7" r:id="rId15"/>
    <p:sldLayoutId id="214748366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p:nvPr/>
        </p:nvSpPr>
        <p:spPr>
          <a:xfrm>
            <a:off x="5996591" y="3751747"/>
            <a:ext cx="1930927" cy="550831"/>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900" dirty="0">
                <a:solidFill>
                  <a:schemeClr val="dk2"/>
                </a:solidFill>
                <a:latin typeface="Inter Tight SemiBold"/>
                <a:ea typeface="Inter Tight SemiBold"/>
                <a:cs typeface="Inter Tight SemiBold"/>
                <a:sym typeface="Inter Tight SemiBold"/>
              </a:rPr>
              <a:t>FELLIERE :  GENIE INFORMATIQUE</a:t>
            </a:r>
          </a:p>
          <a:p>
            <a:pPr marL="0" lvl="0" indent="0" algn="ctr" rtl="0">
              <a:spcBef>
                <a:spcPts val="0"/>
              </a:spcBef>
              <a:spcAft>
                <a:spcPts val="0"/>
              </a:spcAft>
              <a:buNone/>
            </a:pPr>
            <a:r>
              <a:rPr lang="en-US" sz="1000" dirty="0">
                <a:solidFill>
                  <a:schemeClr val="dk1"/>
                </a:solidFill>
                <a:latin typeface="Inter Tight"/>
                <a:ea typeface="Inter Tight"/>
                <a:cs typeface="Inter Tight"/>
                <a:sym typeface="Inter Tight"/>
              </a:rPr>
              <a:t>2025</a:t>
            </a:r>
            <a:endParaRPr sz="1000" dirty="0">
              <a:solidFill>
                <a:schemeClr val="dk1"/>
              </a:solidFill>
              <a:latin typeface="Inter Tight"/>
              <a:ea typeface="Inter Tight"/>
              <a:cs typeface="Inter Tight"/>
              <a:sym typeface="Inter Tight"/>
            </a:endParaRPr>
          </a:p>
        </p:txBody>
      </p:sp>
      <p:sp>
        <p:nvSpPr>
          <p:cNvPr id="150" name="Google Shape;150;p27"/>
          <p:cNvSpPr txBox="1">
            <a:spLocks noGrp="1"/>
          </p:cNvSpPr>
          <p:nvPr>
            <p:ph type="ctrTitle"/>
          </p:nvPr>
        </p:nvSpPr>
        <p:spPr>
          <a:xfrm>
            <a:off x="190792" y="1269137"/>
            <a:ext cx="4198500" cy="1207800"/>
          </a:xfrm>
          <a:prstGeom prst="rect">
            <a:avLst/>
          </a:prstGeom>
        </p:spPr>
        <p:txBody>
          <a:bodyPr spcFirstLastPara="1" wrap="square" lIns="91425" tIns="91425" rIns="91425" bIns="91425" anchor="t" anchorCtr="0">
            <a:noAutofit/>
          </a:bodyPr>
          <a:lstStyle/>
          <a:p>
            <a:pPr lvl="0" algn="ctr"/>
            <a:r>
              <a:rPr lang="en-US" b="1" dirty="0"/>
              <a:t>SIMULATEUR MOTOROLA 6809 </a:t>
            </a:r>
            <a:endParaRPr b="1" dirty="0"/>
          </a:p>
        </p:txBody>
      </p:sp>
      <p:sp>
        <p:nvSpPr>
          <p:cNvPr id="151" name="Google Shape;151;p27"/>
          <p:cNvSpPr txBox="1">
            <a:spLocks noGrp="1"/>
          </p:cNvSpPr>
          <p:nvPr>
            <p:ph type="subTitle" idx="1"/>
          </p:nvPr>
        </p:nvSpPr>
        <p:spPr>
          <a:xfrm>
            <a:off x="4482360" y="238524"/>
            <a:ext cx="1710175" cy="956162"/>
          </a:xfrm>
          <a:prstGeom prst="rect">
            <a:avLst/>
          </a:prstGeom>
        </p:spPr>
        <p:txBody>
          <a:bodyPr spcFirstLastPara="1" wrap="square" lIns="91425" tIns="91425" rIns="91425" bIns="91425" anchor="t" anchorCtr="0">
            <a:noAutofit/>
          </a:bodyPr>
          <a:lstStyle/>
          <a:p>
            <a:r>
              <a:rPr lang="en-US" sz="1200" dirty="0"/>
              <a:t>REALISE PAR :</a:t>
            </a:r>
          </a:p>
          <a:p>
            <a:r>
              <a:rPr lang="en-US" sz="1200" dirty="0"/>
              <a:t>MAKIL YASSINE</a:t>
            </a:r>
          </a:p>
          <a:p>
            <a:r>
              <a:rPr lang="en-US" sz="1200" dirty="0"/>
              <a:t>ANAS MARGHAD</a:t>
            </a:r>
          </a:p>
          <a:p>
            <a:r>
              <a:rPr lang="en-US" sz="1200" dirty="0"/>
              <a:t>ADAM MARS</a:t>
            </a:r>
          </a:p>
          <a:p>
            <a:pPr marL="0" lvl="0" indent="0" algn="l" rtl="0">
              <a:spcBef>
                <a:spcPts val="0"/>
              </a:spcBef>
              <a:spcAft>
                <a:spcPts val="0"/>
              </a:spcAft>
              <a:buNone/>
            </a:pPr>
            <a:endParaRPr dirty="0"/>
          </a:p>
        </p:txBody>
      </p:sp>
      <p:cxnSp>
        <p:nvCxnSpPr>
          <p:cNvPr id="152" name="Google Shape;152;p27"/>
          <p:cNvCxnSpPr/>
          <p:nvPr/>
        </p:nvCxnSpPr>
        <p:spPr>
          <a:xfrm rot="10800000">
            <a:off x="4572000" y="-82663"/>
            <a:ext cx="0" cy="3911400"/>
          </a:xfrm>
          <a:prstGeom prst="straightConnector1">
            <a:avLst/>
          </a:prstGeom>
          <a:noFill/>
          <a:ln w="9525" cap="flat" cmpd="sng">
            <a:solidFill>
              <a:schemeClr val="dk1"/>
            </a:solidFill>
            <a:prstDash val="dot"/>
            <a:round/>
            <a:headEnd type="oval" w="med" len="med"/>
            <a:tailEnd type="none" w="med" len="med"/>
          </a:ln>
        </p:spPr>
      </p:cxnSp>
      <p:sp>
        <p:nvSpPr>
          <p:cNvPr id="7" name="ZoneTexte 6">
            <a:extLst>
              <a:ext uri="{FF2B5EF4-FFF2-40B4-BE49-F238E27FC236}">
                <a16:creationId xmlns:a16="http://schemas.microsoft.com/office/drawing/2014/main" id="{F036901F-EEA7-4E57-4F2B-A5FD9AFA9C28}"/>
              </a:ext>
            </a:extLst>
          </p:cNvPr>
          <p:cNvSpPr txBox="1"/>
          <p:nvPr/>
        </p:nvSpPr>
        <p:spPr>
          <a:xfrm>
            <a:off x="7585329" y="393439"/>
            <a:ext cx="3117342" cy="646331"/>
          </a:xfrm>
          <a:prstGeom prst="rect">
            <a:avLst/>
          </a:prstGeom>
          <a:noFill/>
        </p:spPr>
        <p:txBody>
          <a:bodyPr wrap="square">
            <a:spAutoFit/>
          </a:bodyPr>
          <a:lstStyle/>
          <a:p>
            <a:r>
              <a:rPr lang="fr-FR" sz="1200" b="0" i="0" dirty="0">
                <a:solidFill>
                  <a:schemeClr val="bg2">
                    <a:lumMod val="20000"/>
                    <a:lumOff val="80000"/>
                  </a:schemeClr>
                </a:solidFill>
                <a:effectLst/>
              </a:rPr>
              <a:t>ENCADRÉ PAR :</a:t>
            </a:r>
          </a:p>
          <a:p>
            <a:r>
              <a:rPr lang="fr-FR" sz="1200" b="0" i="0" dirty="0">
                <a:solidFill>
                  <a:schemeClr val="bg2">
                    <a:lumMod val="20000"/>
                    <a:lumOff val="80000"/>
                  </a:schemeClr>
                </a:solidFill>
                <a:effectLst/>
              </a:rPr>
              <a:t>MR .HICHAM </a:t>
            </a:r>
          </a:p>
          <a:p>
            <a:r>
              <a:rPr lang="fr-FR" sz="1200" b="0" i="0" dirty="0">
                <a:solidFill>
                  <a:schemeClr val="bg2">
                    <a:lumMod val="20000"/>
                    <a:lumOff val="80000"/>
                  </a:schemeClr>
                </a:solidFill>
                <a:effectLst/>
              </a:rPr>
              <a:t>BENALLA.</a:t>
            </a:r>
            <a:endParaRPr lang="fr-FR" sz="1200" dirty="0">
              <a:solidFill>
                <a:schemeClr val="bg2">
                  <a:lumMod val="20000"/>
                  <a:lumOff val="80000"/>
                </a:schemeClr>
              </a:solidFill>
            </a:endParaRPr>
          </a:p>
        </p:txBody>
      </p:sp>
      <p:pic>
        <p:nvPicPr>
          <p:cNvPr id="12" name="Picture 33">
            <a:extLst>
              <a:ext uri="{FF2B5EF4-FFF2-40B4-BE49-F238E27FC236}">
                <a16:creationId xmlns:a16="http://schemas.microsoft.com/office/drawing/2014/main" id="{192731B1-FBAF-48FF-1EA5-0BF088EC5916}"/>
              </a:ext>
            </a:extLst>
          </p:cNvPr>
          <p:cNvPicPr/>
          <p:nvPr/>
        </p:nvPicPr>
        <p:blipFill>
          <a:blip r:embed="rId3">
            <a:extLst>
              <a:ext uri="{BEBA8EAE-BF5A-486C-A8C5-ECC9F3942E4B}">
                <a14:imgProps xmlns:a14="http://schemas.microsoft.com/office/drawing/2010/main">
                  <a14:imgLayer r:embed="rId4">
                    <a14:imgEffect>
                      <a14:colorTemperature colorTemp="4384"/>
                    </a14:imgEffect>
                    <a14:imgEffect>
                      <a14:saturation sat="0"/>
                    </a14:imgEffect>
                  </a14:imgLayer>
                </a14:imgProps>
              </a:ext>
            </a:extLst>
          </a:blip>
          <a:stretch>
            <a:fillRect/>
          </a:stretch>
        </p:blipFill>
        <p:spPr>
          <a:xfrm>
            <a:off x="0" y="0"/>
            <a:ext cx="1281791" cy="10695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9"/>
          <p:cNvSpPr txBox="1">
            <a:spLocks noGrp="1"/>
          </p:cNvSpPr>
          <p:nvPr>
            <p:ph type="subTitle" idx="1"/>
          </p:nvPr>
        </p:nvSpPr>
        <p:spPr>
          <a:xfrm>
            <a:off x="1078275" y="1543092"/>
            <a:ext cx="7483800" cy="38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1600" dirty="0"/>
              <a:t>OBJECTIF</a:t>
            </a:r>
            <a:endParaRPr sz="1600" dirty="0"/>
          </a:p>
        </p:txBody>
      </p:sp>
      <p:sp>
        <p:nvSpPr>
          <p:cNvPr id="199" name="Google Shape;199;p29"/>
          <p:cNvSpPr txBox="1">
            <a:spLocks noGrp="1"/>
          </p:cNvSpPr>
          <p:nvPr>
            <p:ph type="subTitle" idx="2"/>
          </p:nvPr>
        </p:nvSpPr>
        <p:spPr>
          <a:xfrm>
            <a:off x="1078275" y="2074859"/>
            <a:ext cx="7483800" cy="38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1600" dirty="0"/>
              <a:t>INTRODUCTION</a:t>
            </a:r>
            <a:endParaRPr sz="1600" dirty="0"/>
          </a:p>
        </p:txBody>
      </p:sp>
      <p:sp>
        <p:nvSpPr>
          <p:cNvPr id="200" name="Google Shape;200;p29"/>
          <p:cNvSpPr txBox="1">
            <a:spLocks noGrp="1"/>
          </p:cNvSpPr>
          <p:nvPr>
            <p:ph type="subTitle" idx="3"/>
          </p:nvPr>
        </p:nvSpPr>
        <p:spPr>
          <a:xfrm>
            <a:off x="1078275" y="3247844"/>
            <a:ext cx="7483800" cy="38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sz="1600" dirty="0"/>
              <a:t>CONCLUSION</a:t>
            </a:r>
            <a:endParaRPr sz="1600" dirty="0"/>
          </a:p>
        </p:txBody>
      </p:sp>
      <p:sp>
        <p:nvSpPr>
          <p:cNvPr id="201" name="Google Shape;201;p29"/>
          <p:cNvSpPr txBox="1">
            <a:spLocks noGrp="1"/>
          </p:cNvSpPr>
          <p:nvPr>
            <p:ph type="subTitle" idx="5"/>
          </p:nvPr>
        </p:nvSpPr>
        <p:spPr>
          <a:xfrm>
            <a:off x="1431600" y="3646769"/>
            <a:ext cx="7483800" cy="38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lang="en-US" dirty="0"/>
          </a:p>
          <a:p>
            <a:pPr marL="0" lvl="0" indent="0" algn="r" rtl="0">
              <a:spcBef>
                <a:spcPts val="0"/>
              </a:spcBef>
              <a:spcAft>
                <a:spcPts val="0"/>
              </a:spcAft>
              <a:buNone/>
            </a:pPr>
            <a:endParaRPr dirty="0"/>
          </a:p>
        </p:txBody>
      </p:sp>
      <p:sp>
        <p:nvSpPr>
          <p:cNvPr id="202" name="Google Shape;202;p29"/>
          <p:cNvSpPr txBox="1">
            <a:spLocks noGrp="1"/>
          </p:cNvSpPr>
          <p:nvPr>
            <p:ph type="subTitle" idx="6"/>
          </p:nvPr>
        </p:nvSpPr>
        <p:spPr>
          <a:xfrm>
            <a:off x="1078275" y="2675228"/>
            <a:ext cx="7483800" cy="384300"/>
          </a:xfrm>
          <a:prstGeom prst="rect">
            <a:avLst/>
          </a:prstGeom>
        </p:spPr>
        <p:txBody>
          <a:bodyPr spcFirstLastPara="1" wrap="square" lIns="91425" tIns="91425" rIns="91425" bIns="91425" anchor="ctr" anchorCtr="0">
            <a:noAutofit/>
          </a:bodyPr>
          <a:lstStyle/>
          <a:p>
            <a:pPr marL="0" lvl="0" indent="0"/>
            <a:r>
              <a:rPr lang="en-US" sz="1600" dirty="0"/>
              <a:t>CONCEPTION</a:t>
            </a:r>
            <a:r>
              <a:rPr lang="en-US" dirty="0"/>
              <a:t> </a:t>
            </a:r>
            <a:endParaRPr dirty="0"/>
          </a:p>
        </p:txBody>
      </p:sp>
      <p:sp>
        <p:nvSpPr>
          <p:cNvPr id="203" name="Google Shape;203;p29"/>
          <p:cNvSpPr txBox="1">
            <a:spLocks noGrp="1"/>
          </p:cNvSpPr>
          <p:nvPr>
            <p:ph type="subTitle" idx="7"/>
          </p:nvPr>
        </p:nvSpPr>
        <p:spPr>
          <a:xfrm>
            <a:off x="4180115" y="1995500"/>
            <a:ext cx="1608362" cy="1326126"/>
          </a:xfrm>
          <a:prstGeom prst="rect">
            <a:avLst/>
          </a:prstGeom>
        </p:spPr>
        <p:txBody>
          <a:bodyPr spcFirstLastPara="1" wrap="square" lIns="91425" tIns="91425" rIns="91425" bIns="91425" anchor="ctr" anchorCtr="0">
            <a:noAutofit/>
          </a:bodyPr>
          <a:lstStyle/>
          <a:p>
            <a:pPr marL="0" lvl="0" indent="0"/>
            <a:endParaRPr lang="en-US" dirty="0"/>
          </a:p>
          <a:p>
            <a:pPr marL="0" lvl="0" indent="0"/>
            <a:endParaRPr lang="en-US" dirty="0"/>
          </a:p>
        </p:txBody>
      </p:sp>
      <p:sp>
        <p:nvSpPr>
          <p:cNvPr id="204" name="Google Shape;204;p29"/>
          <p:cNvSpPr txBox="1">
            <a:spLocks noGrp="1"/>
          </p:cNvSpPr>
          <p:nvPr>
            <p:ph type="subTitle" idx="4"/>
          </p:nvPr>
        </p:nvSpPr>
        <p:spPr>
          <a:xfrm>
            <a:off x="1431600" y="4088838"/>
            <a:ext cx="7483800" cy="38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lang="en-US" dirty="0"/>
          </a:p>
          <a:p>
            <a:pPr marL="0" lvl="0" indent="0" algn="r" rtl="0">
              <a:spcBef>
                <a:spcPts val="0"/>
              </a:spcBef>
              <a:spcAft>
                <a:spcPts val="0"/>
              </a:spcAft>
              <a:buNone/>
            </a:pPr>
            <a:endParaRPr dirty="0"/>
          </a:p>
        </p:txBody>
      </p:sp>
      <p:sp>
        <p:nvSpPr>
          <p:cNvPr id="205" name="Google Shape;205;p29"/>
          <p:cNvSpPr txBox="1">
            <a:spLocks noGrp="1"/>
          </p:cNvSpPr>
          <p:nvPr>
            <p:ph type="title"/>
          </p:nvPr>
        </p:nvSpPr>
        <p:spPr>
          <a:xfrm>
            <a:off x="228600" y="210300"/>
            <a:ext cx="86868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06" name="Google Shape;206;p29"/>
          <p:cNvSpPr txBox="1">
            <a:spLocks noGrp="1"/>
          </p:cNvSpPr>
          <p:nvPr>
            <p:ph type="title" idx="8"/>
          </p:nvPr>
        </p:nvSpPr>
        <p:spPr>
          <a:xfrm>
            <a:off x="350475" y="1460429"/>
            <a:ext cx="727800" cy="3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207" name="Google Shape;207;p29"/>
          <p:cNvSpPr txBox="1">
            <a:spLocks noGrp="1"/>
          </p:cNvSpPr>
          <p:nvPr>
            <p:ph type="title" idx="9"/>
          </p:nvPr>
        </p:nvSpPr>
        <p:spPr>
          <a:xfrm>
            <a:off x="350475" y="2053269"/>
            <a:ext cx="727800" cy="3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208" name="Google Shape;208;p29"/>
          <p:cNvSpPr txBox="1">
            <a:spLocks noGrp="1"/>
          </p:cNvSpPr>
          <p:nvPr>
            <p:ph type="title" idx="13"/>
          </p:nvPr>
        </p:nvSpPr>
        <p:spPr>
          <a:xfrm>
            <a:off x="228600" y="2480749"/>
            <a:ext cx="971550" cy="72391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209" name="Google Shape;209;p29"/>
          <p:cNvSpPr txBox="1">
            <a:spLocks noGrp="1"/>
          </p:cNvSpPr>
          <p:nvPr>
            <p:ph type="title" idx="14"/>
          </p:nvPr>
        </p:nvSpPr>
        <p:spPr>
          <a:xfrm>
            <a:off x="228600" y="3204664"/>
            <a:ext cx="971550" cy="54449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210" name="Google Shape;210;p29"/>
          <p:cNvSpPr txBox="1">
            <a:spLocks noGrp="1"/>
          </p:cNvSpPr>
          <p:nvPr>
            <p:ph type="title" idx="15"/>
          </p:nvPr>
        </p:nvSpPr>
        <p:spPr>
          <a:xfrm>
            <a:off x="228600" y="3204665"/>
            <a:ext cx="727800" cy="3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br>
              <a:rPr lang="en" dirty="0"/>
            </a:br>
            <a:endParaRPr dirty="0"/>
          </a:p>
        </p:txBody>
      </p:sp>
      <p:sp>
        <p:nvSpPr>
          <p:cNvPr id="211" name="Google Shape;211;p29"/>
          <p:cNvSpPr txBox="1">
            <a:spLocks noGrp="1"/>
          </p:cNvSpPr>
          <p:nvPr>
            <p:ph type="title" idx="16"/>
          </p:nvPr>
        </p:nvSpPr>
        <p:spPr>
          <a:xfrm>
            <a:off x="228600" y="3646719"/>
            <a:ext cx="727800" cy="3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br>
              <a:rPr lang="en" dirty="0"/>
            </a:br>
            <a:endParaRPr dirty="0"/>
          </a:p>
        </p:txBody>
      </p:sp>
      <p:sp>
        <p:nvSpPr>
          <p:cNvPr id="212" name="Google Shape;212;p29"/>
          <p:cNvSpPr txBox="1">
            <a:spLocks noGrp="1"/>
          </p:cNvSpPr>
          <p:nvPr>
            <p:ph type="title" idx="17"/>
          </p:nvPr>
        </p:nvSpPr>
        <p:spPr>
          <a:xfrm>
            <a:off x="228600" y="4088772"/>
            <a:ext cx="727800" cy="3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br>
              <a:rPr lang="en-US" dirty="0"/>
            </a:br>
            <a:endParaRPr dirty="0"/>
          </a:p>
        </p:txBody>
      </p:sp>
      <p:sp>
        <p:nvSpPr>
          <p:cNvPr id="213" name="Google Shape;213;p29"/>
          <p:cNvSpPr txBox="1">
            <a:spLocks noGrp="1"/>
          </p:cNvSpPr>
          <p:nvPr>
            <p:ph type="subTitle" idx="18"/>
          </p:nvPr>
        </p:nvSpPr>
        <p:spPr>
          <a:xfrm>
            <a:off x="1431600" y="4530907"/>
            <a:ext cx="7483800" cy="3843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endParaRPr lang="en" dirty="0"/>
          </a:p>
          <a:p>
            <a:pPr marL="0" lvl="0" indent="0" algn="r" rtl="0">
              <a:spcBef>
                <a:spcPts val="0"/>
              </a:spcBef>
              <a:spcAft>
                <a:spcPts val="0"/>
              </a:spcAft>
              <a:buNone/>
            </a:pPr>
            <a:endParaRPr dirty="0"/>
          </a:p>
        </p:txBody>
      </p:sp>
      <p:sp>
        <p:nvSpPr>
          <p:cNvPr id="214" name="Google Shape;214;p29"/>
          <p:cNvSpPr txBox="1">
            <a:spLocks noGrp="1"/>
          </p:cNvSpPr>
          <p:nvPr>
            <p:ph type="title" idx="19"/>
          </p:nvPr>
        </p:nvSpPr>
        <p:spPr>
          <a:xfrm>
            <a:off x="228600" y="4530826"/>
            <a:ext cx="727800" cy="38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br>
              <a:rPr lang="en"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0"/>
          <p:cNvSpPr txBox="1">
            <a:spLocks noGrp="1"/>
          </p:cNvSpPr>
          <p:nvPr>
            <p:ph type="title"/>
          </p:nvPr>
        </p:nvSpPr>
        <p:spPr>
          <a:xfrm>
            <a:off x="228599" y="3563814"/>
            <a:ext cx="3719700" cy="1171500"/>
          </a:xfrm>
          <a:prstGeom prst="rect">
            <a:avLst/>
          </a:prstGeom>
        </p:spPr>
        <p:txBody>
          <a:bodyPr spcFirstLastPara="1" wrap="square" lIns="91425" tIns="91425" rIns="91425" bIns="91425" anchor="b" anchorCtr="0">
            <a:noAutofit/>
          </a:bodyPr>
          <a:lstStyle/>
          <a:p>
            <a:pPr lvl="0"/>
            <a:r>
              <a:rPr lang="en" dirty="0"/>
              <a:t>OBJECTIF</a:t>
            </a:r>
            <a:endParaRPr lang="en-US" dirty="0"/>
          </a:p>
        </p:txBody>
      </p:sp>
      <p:sp>
        <p:nvSpPr>
          <p:cNvPr id="220" name="Google Shape;220;p30"/>
          <p:cNvSpPr txBox="1">
            <a:spLocks noGrp="1"/>
          </p:cNvSpPr>
          <p:nvPr>
            <p:ph type="subTitle" idx="1"/>
          </p:nvPr>
        </p:nvSpPr>
        <p:spPr>
          <a:xfrm>
            <a:off x="228599" y="408185"/>
            <a:ext cx="6800100" cy="2274600"/>
          </a:xfrm>
          <a:prstGeom prst="rect">
            <a:avLst/>
          </a:prstGeom>
        </p:spPr>
        <p:txBody>
          <a:bodyPr spcFirstLastPara="1" wrap="square" lIns="91425" tIns="91425" rIns="91425" bIns="91425" anchor="t" anchorCtr="0">
            <a:noAutofit/>
          </a:bodyPr>
          <a:lstStyle/>
          <a:p>
            <a:pPr marL="0" lvl="0" indent="0">
              <a:buNone/>
            </a:pPr>
            <a:r>
              <a:rPr lang="fr-FR" sz="2400" dirty="0">
                <a:latin typeface="Gentium Book Basic" panose="02000503060000020004" pitchFamily="2" charset="0"/>
              </a:rPr>
              <a:t>L'objectif de ce projet est de réaliser un simulateur du microprocesseur </a:t>
            </a:r>
            <a:r>
              <a:rPr lang="fr-FR" sz="2400" dirty="0" err="1">
                <a:latin typeface="Gentium Book Basic" panose="02000503060000020004" pitchFamily="2" charset="0"/>
              </a:rPr>
              <a:t>motorola</a:t>
            </a:r>
            <a:r>
              <a:rPr lang="fr-FR" sz="2400" dirty="0">
                <a:latin typeface="Gentium Book Basic" panose="02000503060000020004" pitchFamily="2" charset="0"/>
              </a:rPr>
              <a:t> 6809 afin de fournir un environnement d'émulation robuste, facilitant le développement, les tests et l'apprentissage de programmes spécifiquement conçus pour ce microprocesseur.</a:t>
            </a:r>
            <a:endParaRPr lang="en-US" sz="2400" dirty="0">
              <a:latin typeface="Gentium Book Basic" panose="02000503060000020004" pitchFamily="2" charset="0"/>
            </a:endParaRPr>
          </a:p>
        </p:txBody>
      </p:sp>
      <p:cxnSp>
        <p:nvCxnSpPr>
          <p:cNvPr id="221" name="Google Shape;221;p30"/>
          <p:cNvCxnSpPr/>
          <p:nvPr/>
        </p:nvCxnSpPr>
        <p:spPr>
          <a:xfrm rot="10800000">
            <a:off x="228600" y="4735314"/>
            <a:ext cx="7853400" cy="0"/>
          </a:xfrm>
          <a:prstGeom prst="straightConnector1">
            <a:avLst/>
          </a:prstGeom>
          <a:noFill/>
          <a:ln w="9525" cap="flat" cmpd="sng">
            <a:solidFill>
              <a:schemeClr val="dk1"/>
            </a:solidFill>
            <a:prstDash val="dot"/>
            <a:round/>
            <a:headEnd type="oval"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1"/>
          <p:cNvSpPr txBox="1">
            <a:spLocks noGrp="1"/>
          </p:cNvSpPr>
          <p:nvPr>
            <p:ph type="title"/>
          </p:nvPr>
        </p:nvSpPr>
        <p:spPr>
          <a:xfrm>
            <a:off x="228600" y="3454300"/>
            <a:ext cx="3719700" cy="151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227" name="Google Shape;227;p31"/>
          <p:cNvSpPr txBox="1">
            <a:spLocks noGrp="1"/>
          </p:cNvSpPr>
          <p:nvPr>
            <p:ph type="title" idx="2"/>
          </p:nvPr>
        </p:nvSpPr>
        <p:spPr>
          <a:xfrm>
            <a:off x="4633700" y="2827425"/>
            <a:ext cx="1652100" cy="915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02</a:t>
            </a:r>
            <a:endParaRPr dirty="0"/>
          </a:p>
        </p:txBody>
      </p:sp>
      <p:cxnSp>
        <p:nvCxnSpPr>
          <p:cNvPr id="228" name="Google Shape;228;p31"/>
          <p:cNvCxnSpPr/>
          <p:nvPr/>
        </p:nvCxnSpPr>
        <p:spPr>
          <a:xfrm>
            <a:off x="4572000" y="1921792"/>
            <a:ext cx="0" cy="3251100"/>
          </a:xfrm>
          <a:prstGeom prst="straightConnector1">
            <a:avLst/>
          </a:prstGeom>
          <a:noFill/>
          <a:ln w="9525" cap="flat" cmpd="sng">
            <a:solidFill>
              <a:schemeClr val="dk1"/>
            </a:solidFill>
            <a:prstDash val="dot"/>
            <a:round/>
            <a:headEnd type="oval" w="med" len="med"/>
            <a:tailEnd type="none" w="med" len="med"/>
          </a:ln>
        </p:spPr>
      </p:cxnSp>
      <p:sp>
        <p:nvSpPr>
          <p:cNvPr id="229" name="Google Shape;229;p31"/>
          <p:cNvSpPr txBox="1"/>
          <p:nvPr/>
        </p:nvSpPr>
        <p:spPr>
          <a:xfrm>
            <a:off x="7564775" y="4679459"/>
            <a:ext cx="1236300" cy="1425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 sz="900" dirty="0">
                <a:solidFill>
                  <a:schemeClr val="dk2"/>
                </a:solidFill>
                <a:latin typeface="Inter Tight SemiBold"/>
                <a:ea typeface="Inter Tight SemiBold"/>
                <a:cs typeface="Inter Tight SemiBold"/>
                <a:sym typeface="Inter Tight SemiBold"/>
              </a:rPr>
              <a:t>FST SETTAT	</a:t>
            </a:r>
            <a:endParaRPr sz="900" dirty="0">
              <a:solidFill>
                <a:schemeClr val="dk2"/>
              </a:solidFill>
              <a:latin typeface="Inter Tight SemiBold"/>
              <a:ea typeface="Inter Tight SemiBold"/>
              <a:cs typeface="Inter Tight SemiBold"/>
              <a:sym typeface="Inter Tight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2"/>
          <p:cNvSpPr txBox="1">
            <a:spLocks noGrp="1"/>
          </p:cNvSpPr>
          <p:nvPr>
            <p:ph type="title"/>
          </p:nvPr>
        </p:nvSpPr>
        <p:spPr>
          <a:xfrm>
            <a:off x="228600" y="3776472"/>
            <a:ext cx="3719700" cy="1171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235" name="Google Shape;235;p32"/>
          <p:cNvSpPr txBox="1">
            <a:spLocks noGrp="1"/>
          </p:cNvSpPr>
          <p:nvPr>
            <p:ph type="subTitle" idx="1"/>
          </p:nvPr>
        </p:nvSpPr>
        <p:spPr>
          <a:xfrm>
            <a:off x="4335236" y="2166210"/>
            <a:ext cx="4343400" cy="2678530"/>
          </a:xfrm>
          <a:prstGeom prst="rect">
            <a:avLst/>
          </a:prstGeom>
        </p:spPr>
        <p:txBody>
          <a:bodyPr spcFirstLastPara="1" wrap="square" lIns="91425" tIns="91425" rIns="91425" bIns="91425" anchor="b" anchorCtr="0">
            <a:noAutofit/>
          </a:bodyPr>
          <a:lstStyle/>
          <a:p>
            <a:pPr marL="0" lvl="0" indent="0">
              <a:buNone/>
            </a:pPr>
            <a:r>
              <a:rPr lang="fr-FR" sz="1600" dirty="0">
                <a:latin typeface="Gentium Book Basic" panose="02000503060000020004" pitchFamily="2" charset="0"/>
              </a:rPr>
              <a:t>Aujourd'hui, nous allons découvrir le simulateur moto 6809, développé en java avec </a:t>
            </a:r>
            <a:r>
              <a:rPr lang="fr-FR" sz="1600" dirty="0" err="1">
                <a:latin typeface="Gentium Book Basic" panose="02000503060000020004" pitchFamily="2" charset="0"/>
              </a:rPr>
              <a:t>visual</a:t>
            </a:r>
            <a:r>
              <a:rPr lang="fr-FR" sz="1600" dirty="0">
                <a:latin typeface="Gentium Book Basic" panose="02000503060000020004" pitchFamily="2" charset="0"/>
              </a:rPr>
              <a:t> studio code . cet IDE permet de simuler le fonctionnement du processeur </a:t>
            </a:r>
            <a:r>
              <a:rPr lang="fr-FR" sz="1600" dirty="0" err="1">
                <a:latin typeface="Gentium Book Basic" panose="02000503060000020004" pitchFamily="2" charset="0"/>
              </a:rPr>
              <a:t>motorola</a:t>
            </a:r>
            <a:r>
              <a:rPr lang="fr-FR" sz="1600" dirty="0">
                <a:latin typeface="Gentium Book Basic" panose="02000503060000020004" pitchFamily="2" charset="0"/>
              </a:rPr>
              <a:t> 6809 et d'exécuter des programmes écrits en langage assembleur. Grâce à son interface graphique, il facilite l'émulation et le débogage des programmes tout en offrant une meilleure compréhension de l'architecture et des instructions de ce processeur.</a:t>
            </a:r>
          </a:p>
        </p:txBody>
      </p:sp>
      <p:pic>
        <p:nvPicPr>
          <p:cNvPr id="236" name="Google Shape;236;p32"/>
          <p:cNvPicPr preferRelativeResize="0">
            <a:picLocks noGrp="1"/>
          </p:cNvPicPr>
          <p:nvPr>
            <p:ph type="pic" idx="2"/>
          </p:nvPr>
        </p:nvPicPr>
        <p:blipFill>
          <a:blip r:embed="rId3">
            <a:alphaModFix/>
          </a:blip>
          <a:srcRect l="13151" t="-1442" r="20363" b="1442"/>
          <a:stretch>
            <a:fillRect/>
          </a:stretch>
        </p:blipFill>
        <p:spPr>
          <a:xfrm>
            <a:off x="556592" y="462169"/>
            <a:ext cx="3296293" cy="27574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3"/>
          <p:cNvSpPr txBox="1">
            <a:spLocks noGrp="1"/>
          </p:cNvSpPr>
          <p:nvPr>
            <p:ph type="subTitle" idx="2"/>
          </p:nvPr>
        </p:nvSpPr>
        <p:spPr>
          <a:xfrm>
            <a:off x="6435650" y="1666800"/>
            <a:ext cx="2112300" cy="180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test</a:t>
            </a:r>
            <a:endParaRPr b="1" dirty="0"/>
          </a:p>
        </p:txBody>
      </p:sp>
      <p:sp>
        <p:nvSpPr>
          <p:cNvPr id="242" name="Google Shape;242;p33"/>
          <p:cNvSpPr txBox="1">
            <a:spLocks noGrp="1"/>
          </p:cNvSpPr>
          <p:nvPr>
            <p:ph type="title"/>
          </p:nvPr>
        </p:nvSpPr>
        <p:spPr>
          <a:xfrm>
            <a:off x="228600" y="210312"/>
            <a:ext cx="6066300" cy="2134500"/>
          </a:xfrm>
          <a:prstGeom prst="rect">
            <a:avLst/>
          </a:prstGeom>
        </p:spPr>
        <p:txBody>
          <a:bodyPr spcFirstLastPara="1" wrap="square" lIns="91425" tIns="91425" rIns="91425" bIns="91425" anchor="t" anchorCtr="0">
            <a:noAutofit/>
          </a:bodyPr>
          <a:lstStyle/>
          <a:p>
            <a:pPr lvl="0"/>
            <a:r>
              <a:rPr lang="en-US" dirty="0"/>
              <a:t>CONCEPTION</a:t>
            </a:r>
            <a:endParaRPr dirty="0"/>
          </a:p>
        </p:txBody>
      </p:sp>
      <p:sp>
        <p:nvSpPr>
          <p:cNvPr id="243" name="Google Shape;243;p33"/>
          <p:cNvSpPr txBox="1">
            <a:spLocks noGrp="1"/>
          </p:cNvSpPr>
          <p:nvPr>
            <p:ph type="subTitle" idx="1"/>
          </p:nvPr>
        </p:nvSpPr>
        <p:spPr>
          <a:xfrm>
            <a:off x="1428195" y="1666800"/>
            <a:ext cx="2112300" cy="1809900"/>
          </a:xfrm>
          <a:prstGeom prst="rect">
            <a:avLst/>
          </a:prstGeom>
        </p:spPr>
        <p:txBody>
          <a:bodyPr spcFirstLastPara="1" wrap="square" lIns="91425" tIns="91425" rIns="91425" bIns="91425" anchor="t" anchorCtr="0">
            <a:noAutofit/>
          </a:bodyPr>
          <a:lstStyle/>
          <a:p>
            <a:pPr marL="0" lvl="0" indent="0"/>
            <a:r>
              <a:rPr lang="en-US" b="1" dirty="0"/>
              <a:t>Architecture du code</a:t>
            </a:r>
            <a:endParaRPr dirty="0"/>
          </a:p>
        </p:txBody>
      </p:sp>
      <p:cxnSp>
        <p:nvCxnSpPr>
          <p:cNvPr id="244" name="Google Shape;244;p33"/>
          <p:cNvCxnSpPr>
            <a:cxnSpLocks/>
          </p:cNvCxnSpPr>
          <p:nvPr/>
        </p:nvCxnSpPr>
        <p:spPr>
          <a:xfrm flipV="1">
            <a:off x="1485900" y="636814"/>
            <a:ext cx="0" cy="3249386"/>
          </a:xfrm>
          <a:prstGeom prst="straightConnector1">
            <a:avLst/>
          </a:prstGeom>
          <a:noFill/>
          <a:ln w="9525" cap="flat" cmpd="sng">
            <a:solidFill>
              <a:schemeClr val="dk1"/>
            </a:solidFill>
            <a:prstDash val="dot"/>
            <a:round/>
            <a:headEnd type="oval" w="med" len="med"/>
            <a:tailEnd type="none" w="med" len="med"/>
          </a:ln>
        </p:spPr>
      </p:cxnSp>
      <p:cxnSp>
        <p:nvCxnSpPr>
          <p:cNvPr id="245" name="Google Shape;245;p33"/>
          <p:cNvCxnSpPr>
            <a:cxnSpLocks/>
          </p:cNvCxnSpPr>
          <p:nvPr/>
        </p:nvCxnSpPr>
        <p:spPr>
          <a:xfrm flipV="1">
            <a:off x="6435650" y="636814"/>
            <a:ext cx="0" cy="2694535"/>
          </a:xfrm>
          <a:prstGeom prst="straightConnector1">
            <a:avLst/>
          </a:prstGeom>
          <a:noFill/>
          <a:ln w="9525" cap="flat" cmpd="sng">
            <a:solidFill>
              <a:schemeClr val="dk1"/>
            </a:solidFill>
            <a:prstDash val="dot"/>
            <a:round/>
            <a:headEnd type="oval" w="med" len="med"/>
            <a:tailEnd type="none" w="med" len="med"/>
          </a:ln>
        </p:spPr>
      </p:cxnSp>
      <p:cxnSp>
        <p:nvCxnSpPr>
          <p:cNvPr id="2" name="Google Shape;244;p33">
            <a:extLst>
              <a:ext uri="{FF2B5EF4-FFF2-40B4-BE49-F238E27FC236}">
                <a16:creationId xmlns:a16="http://schemas.microsoft.com/office/drawing/2014/main" id="{468D9FD9-6B78-C075-ABB9-57A58BCD0544}"/>
              </a:ext>
            </a:extLst>
          </p:cNvPr>
          <p:cNvCxnSpPr>
            <a:cxnSpLocks/>
          </p:cNvCxnSpPr>
          <p:nvPr/>
        </p:nvCxnSpPr>
        <p:spPr>
          <a:xfrm flipV="1">
            <a:off x="3823288" y="636814"/>
            <a:ext cx="0" cy="3806842"/>
          </a:xfrm>
          <a:prstGeom prst="straightConnector1">
            <a:avLst/>
          </a:prstGeom>
          <a:noFill/>
          <a:ln w="9525" cap="flat" cmpd="sng">
            <a:solidFill>
              <a:schemeClr val="dk1"/>
            </a:solidFill>
            <a:prstDash val="dot"/>
            <a:round/>
            <a:headEnd type="oval" w="med" len="med"/>
            <a:tailEnd type="none" w="med" len="med"/>
          </a:ln>
        </p:spPr>
      </p:cxnSp>
      <p:sp>
        <p:nvSpPr>
          <p:cNvPr id="8" name="ZoneTexte 7">
            <a:extLst>
              <a:ext uri="{FF2B5EF4-FFF2-40B4-BE49-F238E27FC236}">
                <a16:creationId xmlns:a16="http://schemas.microsoft.com/office/drawing/2014/main" id="{669C0BEA-73DB-E167-6C0A-39E93C4EA407}"/>
              </a:ext>
            </a:extLst>
          </p:cNvPr>
          <p:cNvSpPr txBox="1"/>
          <p:nvPr/>
        </p:nvSpPr>
        <p:spPr>
          <a:xfrm>
            <a:off x="3823288" y="1707082"/>
            <a:ext cx="4572000" cy="276999"/>
          </a:xfrm>
          <a:prstGeom prst="rect">
            <a:avLst/>
          </a:prstGeom>
          <a:noFill/>
        </p:spPr>
        <p:txBody>
          <a:bodyPr wrap="square">
            <a:spAutoFit/>
          </a:bodyPr>
          <a:lstStyle/>
          <a:p>
            <a:r>
              <a:rPr lang="en-US" sz="1200" b="1" dirty="0">
                <a:solidFill>
                  <a:schemeClr val="accent2"/>
                </a:solidFill>
                <a:latin typeface="Inter Tight" panose="020B0604020202020204" charset="0"/>
                <a:ea typeface="Inter Tight" panose="020B0604020202020204" charset="0"/>
                <a:cs typeface="Inter Tight" panose="020B0604020202020204" charset="0"/>
              </a:rPr>
              <a:t>Execution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4"/>
          <p:cNvSpPr txBox="1">
            <a:spLocks noGrp="1"/>
          </p:cNvSpPr>
          <p:nvPr>
            <p:ph type="title"/>
          </p:nvPr>
        </p:nvSpPr>
        <p:spPr>
          <a:xfrm>
            <a:off x="228450" y="3777629"/>
            <a:ext cx="3212100" cy="1172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CONCEPTION</a:t>
            </a:r>
          </a:p>
        </p:txBody>
      </p:sp>
      <p:sp>
        <p:nvSpPr>
          <p:cNvPr id="251" name="Google Shape;251;p34"/>
          <p:cNvSpPr txBox="1">
            <a:spLocks noGrp="1"/>
          </p:cNvSpPr>
          <p:nvPr>
            <p:ph type="subTitle" idx="1"/>
          </p:nvPr>
        </p:nvSpPr>
        <p:spPr>
          <a:xfrm>
            <a:off x="3330100" y="579025"/>
            <a:ext cx="2487600" cy="2347800"/>
          </a:xfrm>
          <a:prstGeom prst="rect">
            <a:avLst/>
          </a:prstGeom>
        </p:spPr>
        <p:txBody>
          <a:bodyPr spcFirstLastPara="1" wrap="square" lIns="91425" tIns="91425" rIns="91425" bIns="91425" anchor="t" anchorCtr="0">
            <a:noAutofit/>
          </a:bodyPr>
          <a:lstStyle/>
          <a:p>
            <a:pPr marL="0" lvl="0" indent="0"/>
            <a:r>
              <a:rPr lang="fr-FR" dirty="0"/>
              <a:t>on va voir l'interface s'ouvrir avec une </a:t>
            </a:r>
            <a:r>
              <a:rPr lang="fr-FR" b="1" dirty="0"/>
              <a:t>barre de menu</a:t>
            </a:r>
            <a:r>
              <a:rPr lang="fr-FR" dirty="0"/>
              <a:t> permettant de contrôler le simulateur. Plusieurs fenêtres s'affichent simultanément la fenêtre </a:t>
            </a:r>
            <a:r>
              <a:rPr lang="fr-FR" b="1" dirty="0"/>
              <a:t>Architecture</a:t>
            </a:r>
            <a:r>
              <a:rPr lang="fr-FR" dirty="0"/>
              <a:t> qui montre le cœur du CPU, ainsi que les fenêtres dédiées à la </a:t>
            </a:r>
            <a:r>
              <a:rPr lang="fr-FR" b="1" dirty="0"/>
              <a:t>RAM</a:t>
            </a:r>
            <a:r>
              <a:rPr lang="fr-FR" dirty="0"/>
              <a:t>, à la </a:t>
            </a:r>
            <a:r>
              <a:rPr lang="fr-FR" b="1" dirty="0"/>
              <a:t>ROM</a:t>
            </a:r>
            <a:r>
              <a:rPr lang="fr-FR" dirty="0"/>
              <a:t> et au </a:t>
            </a:r>
            <a:r>
              <a:rPr lang="fr-FR" b="1" dirty="0"/>
              <a:t>Programme</a:t>
            </a:r>
            <a:r>
              <a:rPr lang="fr-FR" dirty="0"/>
              <a:t>.</a:t>
            </a:r>
            <a:endParaRPr dirty="0"/>
          </a:p>
        </p:txBody>
      </p:sp>
      <p:sp>
        <p:nvSpPr>
          <p:cNvPr id="252" name="Google Shape;252;p34"/>
          <p:cNvSpPr txBox="1">
            <a:spLocks noGrp="1"/>
          </p:cNvSpPr>
          <p:nvPr>
            <p:ph type="subTitle" idx="2"/>
          </p:nvPr>
        </p:nvSpPr>
        <p:spPr>
          <a:xfrm>
            <a:off x="228450" y="579025"/>
            <a:ext cx="2487600" cy="2347800"/>
          </a:xfrm>
          <a:prstGeom prst="rect">
            <a:avLst/>
          </a:prstGeom>
        </p:spPr>
        <p:txBody>
          <a:bodyPr spcFirstLastPara="1" wrap="square" lIns="91425" tIns="91425" rIns="91425" bIns="91425" anchor="t" anchorCtr="0">
            <a:noAutofit/>
          </a:bodyPr>
          <a:lstStyle/>
          <a:p>
            <a:pPr marL="0" lvl="0" indent="0"/>
            <a:r>
              <a:rPr lang="fr-FR" dirty="0"/>
              <a:t>on va voir l'organisation du </a:t>
            </a:r>
            <a:r>
              <a:rPr lang="fr-FR" b="1" dirty="0"/>
              <a:t>code source (src)</a:t>
            </a:r>
            <a:r>
              <a:rPr lang="fr-FR" dirty="0"/>
              <a:t> articulée autour du </a:t>
            </a:r>
            <a:r>
              <a:rPr lang="fr-FR" b="1" dirty="0"/>
              <a:t>MAIN</a:t>
            </a:r>
            <a:r>
              <a:rPr lang="fr-FR" dirty="0"/>
              <a:t> et du </a:t>
            </a:r>
            <a:r>
              <a:rPr lang="fr-FR" b="1" dirty="0"/>
              <a:t>CPU</a:t>
            </a:r>
            <a:r>
              <a:rPr lang="fr-FR" dirty="0"/>
              <a:t>. On va voir comment les </a:t>
            </a:r>
            <a:r>
              <a:rPr lang="fr-FR" b="1" dirty="0"/>
              <a:t>Classes</a:t>
            </a:r>
            <a:r>
              <a:rPr lang="fr-FR" dirty="0"/>
              <a:t> gèrent les </a:t>
            </a:r>
            <a:r>
              <a:rPr lang="fr-FR" b="1" dirty="0"/>
              <a:t>Registres</a:t>
            </a:r>
            <a:r>
              <a:rPr lang="fr-FR" dirty="0"/>
              <a:t> et la distinction entre la </a:t>
            </a:r>
            <a:r>
              <a:rPr lang="fr-FR" b="1" dirty="0"/>
              <a:t>RAM</a:t>
            </a:r>
            <a:r>
              <a:rPr lang="fr-FR" dirty="0"/>
              <a:t> et la </a:t>
            </a:r>
            <a:r>
              <a:rPr lang="fr-FR" b="1" dirty="0"/>
              <a:t>ROM</a:t>
            </a:r>
            <a:r>
              <a:rPr lang="fr-FR" dirty="0"/>
              <a:t>. Enfin, on va voir l'interface graphique via les </a:t>
            </a:r>
            <a:r>
              <a:rPr lang="fr-FR" b="1" dirty="0"/>
              <a:t>Frames</a:t>
            </a:r>
            <a:r>
              <a:rPr lang="fr-FR" dirty="0"/>
              <a:t> qui permettent de visualiser le fonctionnement du processeur en temps réel</a:t>
            </a:r>
            <a:endParaRPr dirty="0"/>
          </a:p>
        </p:txBody>
      </p:sp>
      <p:sp>
        <p:nvSpPr>
          <p:cNvPr id="253" name="Google Shape;253;p34"/>
          <p:cNvSpPr txBox="1">
            <a:spLocks noGrp="1"/>
          </p:cNvSpPr>
          <p:nvPr>
            <p:ph type="subTitle" idx="3"/>
          </p:nvPr>
        </p:nvSpPr>
        <p:spPr>
          <a:xfrm>
            <a:off x="6431750" y="579025"/>
            <a:ext cx="2487600" cy="2347800"/>
          </a:xfrm>
          <a:prstGeom prst="rect">
            <a:avLst/>
          </a:prstGeom>
        </p:spPr>
        <p:txBody>
          <a:bodyPr spcFirstLastPara="1" wrap="square" lIns="91425" tIns="91425" rIns="91425" bIns="91425" anchor="t" anchorCtr="0">
            <a:noAutofit/>
          </a:bodyPr>
          <a:lstStyle/>
          <a:p>
            <a:pPr marL="0" lvl="0" indent="0"/>
            <a:r>
              <a:rPr lang="fr-FR" dirty="0"/>
              <a:t>tester le simulateur, on va voir deux exemples concrets. Le premier est un programme </a:t>
            </a:r>
            <a:r>
              <a:rPr lang="fr-FR" b="1" dirty="0"/>
              <a:t>basique en assembleur</a:t>
            </a:r>
            <a:r>
              <a:rPr lang="fr-FR" dirty="0"/>
              <a:t> utilisant les instructions LD, SUB et ST pour charger, soustraire et stocker des valeurs en mémoire. Le second test porte sur la gestion de la pile avec les instructions </a:t>
            </a:r>
            <a:r>
              <a:rPr lang="fr-FR" b="1" dirty="0"/>
              <a:t>PUSH et PULL</a:t>
            </a:r>
            <a:r>
              <a:rPr lang="fr-FR" dirty="0"/>
              <a:t> via le </a:t>
            </a:r>
            <a:r>
              <a:rPr lang="fr-FR" b="1" dirty="0"/>
              <a:t>registre S</a:t>
            </a:r>
            <a:endParaRPr dirty="0"/>
          </a:p>
        </p:txBody>
      </p:sp>
      <p:sp>
        <p:nvSpPr>
          <p:cNvPr id="254" name="Google Shape;254;p34"/>
          <p:cNvSpPr txBox="1">
            <a:spLocks noGrp="1"/>
          </p:cNvSpPr>
          <p:nvPr>
            <p:ph type="title" idx="4"/>
          </p:nvPr>
        </p:nvSpPr>
        <p:spPr>
          <a:xfrm>
            <a:off x="3944151" y="228625"/>
            <a:ext cx="1243800" cy="35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{execution}</a:t>
            </a:r>
            <a:endParaRPr dirty="0"/>
          </a:p>
        </p:txBody>
      </p:sp>
      <p:sp>
        <p:nvSpPr>
          <p:cNvPr id="255" name="Google Shape;255;p34"/>
          <p:cNvSpPr txBox="1">
            <a:spLocks noGrp="1"/>
          </p:cNvSpPr>
          <p:nvPr>
            <p:ph type="title" idx="5"/>
          </p:nvPr>
        </p:nvSpPr>
        <p:spPr>
          <a:xfrm>
            <a:off x="834652" y="228925"/>
            <a:ext cx="1243800" cy="35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{architectur}</a:t>
            </a:r>
            <a:endParaRPr dirty="0"/>
          </a:p>
        </p:txBody>
      </p:sp>
      <p:sp>
        <p:nvSpPr>
          <p:cNvPr id="256" name="Google Shape;256;p34"/>
          <p:cNvSpPr txBox="1">
            <a:spLocks noGrp="1"/>
          </p:cNvSpPr>
          <p:nvPr>
            <p:ph type="title" idx="6"/>
          </p:nvPr>
        </p:nvSpPr>
        <p:spPr>
          <a:xfrm>
            <a:off x="7065548" y="228625"/>
            <a:ext cx="1243800" cy="35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{test}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6"/>
          <p:cNvSpPr txBox="1">
            <a:spLocks noGrp="1"/>
          </p:cNvSpPr>
          <p:nvPr>
            <p:ph type="title"/>
          </p:nvPr>
        </p:nvSpPr>
        <p:spPr>
          <a:xfrm>
            <a:off x="5195775" y="1400175"/>
            <a:ext cx="3719700" cy="11715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br>
              <a:rPr lang="en-US" dirty="0"/>
            </a:br>
            <a:endParaRPr dirty="0"/>
          </a:p>
        </p:txBody>
      </p:sp>
      <p:sp>
        <p:nvSpPr>
          <p:cNvPr id="279" name="Google Shape;279;p36"/>
          <p:cNvSpPr txBox="1">
            <a:spLocks noGrp="1"/>
          </p:cNvSpPr>
          <p:nvPr>
            <p:ph type="subTitle" idx="1"/>
          </p:nvPr>
        </p:nvSpPr>
        <p:spPr>
          <a:xfrm>
            <a:off x="3143257" y="636814"/>
            <a:ext cx="5396568" cy="3061602"/>
          </a:xfrm>
          <a:prstGeom prst="rect">
            <a:avLst/>
          </a:prstGeom>
        </p:spPr>
        <p:txBody>
          <a:bodyPr spcFirstLastPara="1" wrap="square" lIns="91425" tIns="91425" rIns="91425" bIns="91425" anchor="b" anchorCtr="0">
            <a:noAutofit/>
          </a:bodyPr>
          <a:lstStyle/>
          <a:p>
            <a:pPr marL="0" lvl="0" indent="0"/>
            <a:r>
              <a:rPr lang="fr-FR" sz="1600" dirty="0">
                <a:latin typeface="Gentium Book Basic" panose="02000503060000020004" pitchFamily="2" charset="0"/>
                <a:ea typeface="Inter Tight" panose="020B0604020202020204" charset="0"/>
                <a:cs typeface="Inter Tight" panose="020B0604020202020204" charset="0"/>
              </a:rPr>
              <a:t>En conclusion, le développement du simulateur moto6809 a permis de recréer une expérience immersive permettant de visualiser les processus internes de l'architecture du processeur. Les différentes interfaces, telles que celles dédiées à la gestion de la ram, de la rom, et de l'éditeur de programmes, facilitent l'exploration et l'interaction avec les instructions du moto6809. L'implémentation des codes d'assemblage, accompagnée d'une simulation fidèle de l'exécution, renforce la compréhension du fonctionnement du processeur et constitue un outil précieux pour l'apprentissage et l'expérimentation en informatique embarquée.</a:t>
            </a:r>
          </a:p>
        </p:txBody>
      </p:sp>
      <p:cxnSp>
        <p:nvCxnSpPr>
          <p:cNvPr id="280" name="Google Shape;280;p36"/>
          <p:cNvCxnSpPr/>
          <p:nvPr/>
        </p:nvCxnSpPr>
        <p:spPr>
          <a:xfrm rot="10800000">
            <a:off x="-2362200" y="-1625701"/>
            <a:ext cx="0" cy="3708600"/>
          </a:xfrm>
          <a:prstGeom prst="straightConnector1">
            <a:avLst/>
          </a:prstGeom>
          <a:noFill/>
          <a:ln w="9525" cap="flat" cmpd="sng">
            <a:solidFill>
              <a:schemeClr val="dk1"/>
            </a:solidFill>
            <a:prstDash val="dot"/>
            <a:round/>
            <a:headEnd type="oval" w="med" len="med"/>
            <a:tailEnd type="none" w="med" len="med"/>
          </a:ln>
        </p:spPr>
      </p:cxnSp>
      <p:sp>
        <p:nvSpPr>
          <p:cNvPr id="281" name="Google Shape;281;p36"/>
          <p:cNvSpPr txBox="1">
            <a:spLocks noGrp="1"/>
          </p:cNvSpPr>
          <p:nvPr>
            <p:ph type="ctrTitle" idx="4294967295"/>
          </p:nvPr>
        </p:nvSpPr>
        <p:spPr>
          <a:xfrm>
            <a:off x="342900" y="316684"/>
            <a:ext cx="1296599" cy="32013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solidFill>
                  <a:schemeClr val="dk2"/>
                </a:solidFill>
                <a:latin typeface="Inter Tight SemiBold"/>
                <a:ea typeface="Inter Tight SemiBold"/>
                <a:cs typeface="Inter Tight SemiBold"/>
                <a:sym typeface="Inter Tight SemiBold"/>
              </a:rPr>
              <a:t>conclustion</a:t>
            </a:r>
            <a:endParaRPr dirty="0">
              <a:solidFill>
                <a:schemeClr val="dk2"/>
              </a:solidFill>
              <a:latin typeface="Inter Tight SemiBold"/>
              <a:ea typeface="Inter Tight SemiBold"/>
              <a:cs typeface="Inter Tight SemiBold"/>
              <a:sym typeface="Inter Tight SemiBold"/>
            </a:endParaRPr>
          </a:p>
        </p:txBody>
      </p:sp>
      <p:cxnSp>
        <p:nvCxnSpPr>
          <p:cNvPr id="282" name="Google Shape;282;p36"/>
          <p:cNvCxnSpPr/>
          <p:nvPr/>
        </p:nvCxnSpPr>
        <p:spPr>
          <a:xfrm>
            <a:off x="2709950" y="3804875"/>
            <a:ext cx="6546900" cy="0"/>
          </a:xfrm>
          <a:prstGeom prst="straightConnector1">
            <a:avLst/>
          </a:prstGeom>
          <a:noFill/>
          <a:ln w="9525" cap="flat" cmpd="sng">
            <a:solidFill>
              <a:schemeClr val="dk1"/>
            </a:solidFill>
            <a:prstDash val="dot"/>
            <a:round/>
            <a:headEnd type="oval" w="med" len="med"/>
            <a:tailEnd type="none" w="med" len="med"/>
          </a:ln>
        </p:spPr>
      </p:cxnSp>
    </p:spTree>
  </p:cSld>
  <p:clrMapOvr>
    <a:masterClrMapping/>
  </p:clrMapOvr>
</p:sld>
</file>

<file path=ppt/theme/theme1.xml><?xml version="1.0" encoding="utf-8"?>
<a:theme xmlns:a="http://schemas.openxmlformats.org/drawingml/2006/main" name="Project Roadmaps by Slidesgo">
  <a:themeElements>
    <a:clrScheme name="Simple Light">
      <a:dk1>
        <a:srgbClr val="EFEFEF"/>
      </a:dk1>
      <a:lt1>
        <a:srgbClr val="0A0A0A"/>
      </a:lt1>
      <a:dk2>
        <a:srgbClr val="8B8B8B"/>
      </a:dk2>
      <a:lt2>
        <a:srgbClr val="484A4B"/>
      </a:lt2>
      <a:accent1>
        <a:srgbClr val="B3B3B3"/>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433</Words>
  <Application>Microsoft Office PowerPoint</Application>
  <PresentationFormat>Affichage à l'écran (16:9)</PresentationFormat>
  <Paragraphs>44</Paragraphs>
  <Slides>8</Slides>
  <Notes>8</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8</vt:i4>
      </vt:variant>
    </vt:vector>
  </HeadingPairs>
  <TitlesOfParts>
    <vt:vector size="17" baseType="lpstr">
      <vt:lpstr>Inter Tight SemiBold</vt:lpstr>
      <vt:lpstr>Gentium Book Basic</vt:lpstr>
      <vt:lpstr>Nunito Light</vt:lpstr>
      <vt:lpstr>Arial</vt:lpstr>
      <vt:lpstr>Inter Tight</vt:lpstr>
      <vt:lpstr>Open Sans Light</vt:lpstr>
      <vt:lpstr>Cossette Texte</vt:lpstr>
      <vt:lpstr>Raleway</vt:lpstr>
      <vt:lpstr>Project Roadmaps by Slidesgo</vt:lpstr>
      <vt:lpstr>SIMULATEUR MOTOROLA 6809 </vt:lpstr>
      <vt:lpstr>TABLE OF CONTENTS/</vt:lpstr>
      <vt:lpstr>OBJECTIF</vt:lpstr>
      <vt:lpstr>INTRODUCTION</vt:lpstr>
      <vt:lpstr>INTRODUCTION</vt:lpstr>
      <vt:lpstr>CONCEPTION</vt:lpstr>
      <vt:lpstr>CONCEPTION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YASSINE</dc:creator>
  <cp:lastModifiedBy>YASSINE</cp:lastModifiedBy>
  <cp:revision>3</cp:revision>
  <dcterms:modified xsi:type="dcterms:W3CDTF">2025-12-21T20:51:01Z</dcterms:modified>
</cp:coreProperties>
</file>